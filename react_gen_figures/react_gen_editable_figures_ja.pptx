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docProps/extra_app.xml" ContentType="application/vnd.openxmlformats-officedocument.extended-properties+xml"/>
  <Override PartName="/ppt/extra_presentation.xml" ContentType="application/vnd.openxmlformats-officedocument.presentationml.presentation.main+xml"/>
  <Override PartName="/ppt/theme/extra_theme1.xml" ContentType="application/vnd.openxmlformats-officedocument.theme+xml"/>
  <Override PartName="/ppt/slideMasters/extra_slideMaster1.xml" ContentType="application/vnd.openxmlformats-officedocument.presentationml.slideMaster+xml"/>
  <Override PartName="/ppt/slideMasters/theme/extra_theme2.xml" ContentType="application/vnd.openxmlformats-officedocument.theme+xml"/>
  <Override PartName="/ppt/slideLayouts/extra_slideLayout1.xml" ContentType="application/vnd.openxmlformats-officedocument.presentationml.slideLayout+xml"/>
  <Override PartName="/ppt/slideLayouts/extra_slideLayout2.xml" ContentType="application/vnd.openxmlformats-officedocument.presentationml.slideLayout+xml"/>
  <Override PartName="/ppt/slideLayouts/extra_slideLayout3.xml" ContentType="application/vnd.openxmlformats-officedocument.presentationml.slideLayout+xml"/>
  <Override PartName="/ppt/slideLayouts/extra_slideLayout4.xml" ContentType="application/vnd.openxmlformats-officedocument.presentationml.slideLayout+xml"/>
  <Override PartName="/ppt/slideLayouts/extra_slideLayout5.xml" ContentType="application/vnd.openxmlformats-officedocument.presentationml.slideLayout+xml"/>
  <Override PartName="/ppt/slideLayouts/extra_slideLayout6.xml" ContentType="application/vnd.openxmlformats-officedocument.presentationml.slideLayout+xml"/>
  <Override PartName="/ppt/notesMasters/extra_notesMaster1.xml" ContentType="application/vnd.openxmlformats-officedocument.presentationml.notesMaster+xml"/>
  <Override PartName="/ppt/notesMasters/theme/extra_theme3.xml" ContentType="application/vnd.openxmlformats-officedocument.theme+xml"/>
  <Override PartName="/ppt/extra_presProps.xml" ContentType="application/vnd.openxmlformats-officedocument.presentationml.presProps+xml"/>
  <Override PartName="/ppt/extra_tableStyles.xml" ContentType="application/vnd.openxmlformats-officedocument.presentationml.tableStyles+xml"/>
  <Override PartName="/ppt/slides/extra_slide1.xml" ContentType="application/vnd.openxmlformats-officedocument.presentationml.slide+xml"/>
  <Override PartName="/ppt/notesSlides/extra_notesSlide1.xml" ContentType="application/vnd.openxmlformats-officedocument.presentationml.notesSlide+xml"/>
  <Override PartName="/ppt/slides/extra_slide2.xml" ContentType="application/vnd.openxmlformats-officedocument.presentationml.slide+xml"/>
  <Override PartName="/ppt/notesSlides/extra_notesSlide2.xml" ContentType="application/vnd.openxmlformats-officedocument.presentationml.notesSlide+xml"/>
  <Override PartName="/ppt/slides/extra_slide3.xml" ContentType="application/vnd.openxmlformats-officedocument.presentationml.slide+xml"/>
  <Override PartName="/ppt/notesSlides/extra_notesSlide3.xml" ContentType="application/vnd.openxmlformats-officedocument.presentationml.notesSlide+xml"/>
  <Override PartName="/ppt/slides/extra_slide4.xml" ContentType="application/vnd.openxmlformats-officedocument.presentationml.slide+xml"/>
  <Override PartName="/ppt/notesSlides/extra_notesSlide4.xml" ContentType="application/vnd.openxmlformats-officedocument.presentationml.notesSlide+xml"/>
  <Override PartName="/ppt/slides/extra_slide5.xml" ContentType="application/vnd.openxmlformats-officedocument.presentationml.slide+xml"/>
  <Override PartName="/ppt/notesSlides/extra_notesSlide5.xml" ContentType="application/vnd.openxmlformats-officedocument.presentationml.notesSlide+xml"/>
  <Override PartName="/ppt/slides/extra_slide6.xml" ContentType="application/vnd.openxmlformats-officedocument.presentationml.slide+xml"/>
  <Override PartName="/ppt/notesSlides/extra_notesSlide6.xml" ContentType="application/vnd.openxmlformats-officedocument.presentationml.notesSlide+xml"/>
  <Override PartName="/ppt/slides/extra_slide7.xml" ContentType="application/vnd.openxmlformats-officedocument.presentationml.slide+xml"/>
  <Override PartName="/ppt/notesSlides/extra_notesSlide7.xml" ContentType="application/vnd.openxmlformats-officedocument.presentationml.notesSlide+xml"/>
  <Override PartName="/ppt/slides/extra_slide8.xml" ContentType="application/vnd.openxmlformats-officedocument.presentationml.slide+xml"/>
  <Override PartName="/ppt/notesSlides/extra_notesSlide8.xml" ContentType="application/vnd.openxmlformats-officedocument.presentationml.notesSlide+xml"/>
  <Override PartName="/ppt/slides/extra_slide9.xml" ContentType="application/vnd.openxmlformats-officedocument.presentationml.slide+xml"/>
  <Override PartName="/ppt/notesSlides/extra_notesSlide9.xml" ContentType="application/vnd.openxmlformats-officedocument.presentationml.notesSlide+xml"/>
  <Override PartName="/ppt/slides/extra_slide10.xml" ContentType="application/vnd.openxmlformats-officedocument.presentationml.slide+xml"/>
  <Override PartName="/ppt/notesSlides/extra_notesSlide10.xml" ContentType="application/vnd.openxmlformats-officedocument.presentationml.notesSlide+xml"/>
  <Override PartName="/ppt/slides/extra_slide11.xml" ContentType="application/vnd.openxmlformats-officedocument.presentationml.slide+xml"/>
  <Override PartName="/ppt/notesSlides/extra_notesSlide11.xml" ContentType="application/vnd.openxmlformats-officedocument.presentationml.notesSlide+xml"/>
  <Override PartName="/ppt/slides/extra_slide12.xml" ContentType="application/vnd.openxmlformats-officedocument.presentationml.slide+xml"/>
  <Override PartName="/ppt/notesSlides/extra_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49" r:id="rIdExtra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Extra3"/>
    <p:sldId id="265" r:id="rIdExtra4"/>
    <p:sldId id="266" r:id="rIdExtra5"/>
    <p:sldId id="267" r:id="rIdExtra6"/>
    <p:sldId id="268" r:id="rIdExtra7"/>
    <p:sldId id="269" r:id="rIdExtra8"/>
    <p:sldId id="270" r:id="rIdExtra9"/>
    <p:sldId id="271" r:id="rIdExtra10"/>
    <p:sldId id="272" r:id="rIdExtra11"/>
    <p:sldId id="273" r:id="rIdExtra12"/>
    <p:sldId id="274" r:id="rIdExtra13"/>
    <p:sldId id="275" r:id="rIdExtra14"/>
  </p:sldIdLst>
  <p:sldSz cx="14630400" cy="975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notesMasterIdLst>
    <p:notesMasterId r:id="rIdExtra2"/>
  </p:notesMasterIdLst>
</p:presentation>
</file>

<file path=ppt/extra_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extra_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f7eff351deb4f91"/>
  </p:sldMasterIdLst>
  <p:notesMasterIdLst>
    <p:notesMasterId xmlns:r="http://schemas.openxmlformats.org/officeDocument/2006/relationships" r:id="Ra493349f02ef4ead"/>
  </p:notesMasterIdLst>
  <p:sldIdLst>
    <p:sldId xmlns:r="http://schemas.openxmlformats.org/officeDocument/2006/relationships" id="256" r:id="Rb89c01675c7e48f8"/>
    <p:sldId xmlns:r="http://schemas.openxmlformats.org/officeDocument/2006/relationships" id="257" r:id="R42015a7ed7d342b2"/>
    <p:sldId xmlns:r="http://schemas.openxmlformats.org/officeDocument/2006/relationships" id="258" r:id="Rf9ea47e30897422e"/>
    <p:sldId xmlns:r="http://schemas.openxmlformats.org/officeDocument/2006/relationships" id="259" r:id="R49cdfde01d20444e"/>
    <p:sldId xmlns:r="http://schemas.openxmlformats.org/officeDocument/2006/relationships" id="260" r:id="R27296cb10a31455f"/>
    <p:sldId xmlns:r="http://schemas.openxmlformats.org/officeDocument/2006/relationships" id="261" r:id="R49809f9c72c74dfe"/>
    <p:sldId xmlns:r="http://schemas.openxmlformats.org/officeDocument/2006/relationships" id="262" r:id="R0f73909941f24af1"/>
    <p:sldId xmlns:r="http://schemas.openxmlformats.org/officeDocument/2006/relationships" id="263" r:id="R4610dae33f594bc8"/>
    <p:sldId xmlns:r="http://schemas.openxmlformats.org/officeDocument/2006/relationships" id="264" r:id="R0fdf0a2813734891"/>
    <p:sldId xmlns:r="http://schemas.openxmlformats.org/officeDocument/2006/relationships" id="265" r:id="R2101aef661ae4305"/>
    <p:sldId xmlns:r="http://schemas.openxmlformats.org/officeDocument/2006/relationships" id="266" r:id="R5744f486330b40c0"/>
    <p:sldId xmlns:r="http://schemas.openxmlformats.org/officeDocument/2006/relationships" id="267" r:id="R7997a0a506ca404f"/>
  </p:sldIdLst>
  <p:sldSz cx="14630400" cy="9753600"/>
  <p:notesSz cx="6858000" cy="9144000"/>
</p:presentation>
</file>

<file path=ppt/extra_tableStyles.xml><?xml version="1.0" encoding="utf-8"?>
<a:tblStyleLst xmlns:a="http://schemas.openxmlformats.org/drawingml/2006/main" def="{5C22544A-7EE6-4342-B048-85BDC9FD1C3A}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extra_presentation.xml.rels><?xml version='1.0' encoding='UTF-8' standalone='yes'?>
<Relationships xmlns="http://schemas.openxmlformats.org/package/2006/relationships"><Relationship Type="http://schemas.openxmlformats.org/officeDocument/2006/relationships/theme" Target="theme/extra_theme1.xml" Id="R82be3f32664840f6"/><Relationship Type="http://schemas.openxmlformats.org/officeDocument/2006/relationships/slideMaster" Target="slideMasters/extra_slideMaster1.xml" Id="Rdf7eff351deb4f91"/><Relationship Type="http://schemas.openxmlformats.org/officeDocument/2006/relationships/notesMaster" Target="notesMasters/extra_notesMaster1.xml" Id="Ra493349f02ef4ead"/><Relationship Type="http://schemas.openxmlformats.org/officeDocument/2006/relationships/presProps" Target="extra_presProps.xml" Id="R362aced3583448f2"/><Relationship Type="http://schemas.openxmlformats.org/officeDocument/2006/relationships/tableStyles" Target="extra_tableStyles.xml" Id="R858ee425c766454e"/><Relationship Type="http://schemas.openxmlformats.org/officeDocument/2006/relationships/slide" Target="slides/extra_slide1.xml" Id="Rb89c01675c7e48f8"/><Relationship Type="http://schemas.openxmlformats.org/officeDocument/2006/relationships/slide" Target="slides/extra_slide2.xml" Id="R42015a7ed7d342b2"/><Relationship Type="http://schemas.openxmlformats.org/officeDocument/2006/relationships/slide" Target="slides/extra_slide3.xml" Id="Rf9ea47e30897422e"/><Relationship Type="http://schemas.openxmlformats.org/officeDocument/2006/relationships/slide" Target="slides/extra_slide4.xml" Id="R49cdfde01d20444e"/><Relationship Type="http://schemas.openxmlformats.org/officeDocument/2006/relationships/slide" Target="slides/extra_slide5.xml" Id="R27296cb10a31455f"/><Relationship Type="http://schemas.openxmlformats.org/officeDocument/2006/relationships/slide" Target="slides/extra_slide6.xml" Id="R49809f9c72c74dfe"/><Relationship Type="http://schemas.openxmlformats.org/officeDocument/2006/relationships/slide" Target="slides/extra_slide7.xml" Id="R0f73909941f24af1"/><Relationship Type="http://schemas.openxmlformats.org/officeDocument/2006/relationships/slide" Target="slides/extra_slide8.xml" Id="R4610dae33f594bc8"/><Relationship Type="http://schemas.openxmlformats.org/officeDocument/2006/relationships/slide" Target="slides/extra_slide9.xml" Id="R0fdf0a2813734891"/><Relationship Type="http://schemas.openxmlformats.org/officeDocument/2006/relationships/slide" Target="slides/extra_slide10.xml" Id="R2101aef661ae4305"/><Relationship Type="http://schemas.openxmlformats.org/officeDocument/2006/relationships/slide" Target="slides/extra_slide11.xml" Id="R5744f486330b40c0"/><Relationship Type="http://schemas.openxmlformats.org/officeDocument/2006/relationships/slide" Target="slides/extra_slide12.xml" Id="R7997a0a506ca404f"/></Relationships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Extra1" Type="http://schemas.openxmlformats.org/officeDocument/2006/relationships/slideMaster" Target="slideMasters/extra_slideMaster1.xml"/><Relationship Id="rIdExtra2" Type="http://schemas.openxmlformats.org/officeDocument/2006/relationships/notesMaster" Target="notesMasters/extra_notesMaster1.xml"/><Relationship Id="rIdExtra3" Type="http://schemas.openxmlformats.org/officeDocument/2006/relationships/slide" Target="slides/extra_slide1.xml"/><Relationship Id="rIdExtra4" Type="http://schemas.openxmlformats.org/officeDocument/2006/relationships/slide" Target="slides/extra_slide2.xml"/><Relationship Id="rIdExtra5" Type="http://schemas.openxmlformats.org/officeDocument/2006/relationships/slide" Target="slides/extra_slide3.xml"/><Relationship Id="rIdExtra6" Type="http://schemas.openxmlformats.org/officeDocument/2006/relationships/slide" Target="slides/extra_slide4.xml"/><Relationship Id="rIdExtra7" Type="http://schemas.openxmlformats.org/officeDocument/2006/relationships/slide" Target="slides/extra_slide5.xml"/><Relationship Id="rIdExtra8" Type="http://schemas.openxmlformats.org/officeDocument/2006/relationships/slide" Target="slides/extra_slide6.xml"/><Relationship Id="rIdExtra9" Type="http://schemas.openxmlformats.org/officeDocument/2006/relationships/slide" Target="slides/extra_slide7.xml"/><Relationship Id="rIdExtra10" Type="http://schemas.openxmlformats.org/officeDocument/2006/relationships/slide" Target="slides/extra_slide8.xml"/><Relationship Id="rIdExtra11" Type="http://schemas.openxmlformats.org/officeDocument/2006/relationships/slide" Target="slides/extra_slide9.xml"/><Relationship Id="rIdExtra12" Type="http://schemas.openxmlformats.org/officeDocument/2006/relationships/slide" Target="slides/extra_slide10.xml"/><Relationship Id="rIdExtra13" Type="http://schemas.openxmlformats.org/officeDocument/2006/relationships/slide" Target="slides/extra_slide11.xml"/><Relationship Id="rIdExtra14" Type="http://schemas.openxmlformats.org/officeDocument/2006/relationships/slide" Target="slides/extra_slide12.xml"/></Relationships>
</file>

<file path=ppt/notesMasters/_rels/extra_notesMaster1.xml.rels><?xml version='1.0' encoding='UTF-8' standalone='yes'?>
<Relationships xmlns="http://schemas.openxmlformats.org/package/2006/relationships"><Relationship Type="http://schemas.openxmlformats.org/officeDocument/2006/relationships/theme" Target="theme/extra_theme3.xml" Id="R74e21a8565e14fef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extra_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extra_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extra_notesSlide1.xml.rels><?xml version='1.0' encoding='UTF-8' standalone='yes'?>
<Relationships xmlns="http://schemas.openxmlformats.org/package/2006/relationships"><Relationship Type="http://schemas.openxmlformats.org/officeDocument/2006/relationships/slide" Target="../slides/extra_slide1.xml" Id="R5b1eaf3911bd4268"/><Relationship Type="http://schemas.openxmlformats.org/officeDocument/2006/relationships/notesMaster" Target="../notesMasters/extra_notesMaster1.xml" Id="R1444f2871a594eec"/></Relationships>
</file>

<file path=ppt/notesSlides/_rels/extra_notesSlide2.xml.rels><?xml version='1.0' encoding='UTF-8' standalone='yes'?>
<Relationships xmlns="http://schemas.openxmlformats.org/package/2006/relationships"><Relationship Type="http://schemas.openxmlformats.org/officeDocument/2006/relationships/slide" Target="../slides/extra_slide2.xml" Id="R0af0121709ff4b6b"/><Relationship Type="http://schemas.openxmlformats.org/officeDocument/2006/relationships/notesMaster" Target="../notesMasters/extra_notesMaster1.xml" Id="R71c5c179dfef4eb6"/></Relationships>
</file>

<file path=ppt/notesSlides/_rels/extra_notesSlide3.xml.rels><?xml version='1.0' encoding='UTF-8' standalone='yes'?>
<Relationships xmlns="http://schemas.openxmlformats.org/package/2006/relationships"><Relationship Type="http://schemas.openxmlformats.org/officeDocument/2006/relationships/slide" Target="../slides/extra_slide3.xml" Id="Re092cc20058b46fa"/><Relationship Type="http://schemas.openxmlformats.org/officeDocument/2006/relationships/notesMaster" Target="../notesMasters/extra_notesMaster1.xml" Id="R19930e4f20284c00"/></Relationships>
</file>

<file path=ppt/notesSlides/_rels/extra_notesSlide4.xml.rels><?xml version='1.0' encoding='UTF-8' standalone='yes'?>
<Relationships xmlns="http://schemas.openxmlformats.org/package/2006/relationships"><Relationship Type="http://schemas.openxmlformats.org/officeDocument/2006/relationships/slide" Target="../slides/extra_slide4.xml" Id="Rd35bc5c39b374f4d"/><Relationship Type="http://schemas.openxmlformats.org/officeDocument/2006/relationships/notesMaster" Target="../notesMasters/extra_notesMaster1.xml" Id="R9bbcd4b9eaf8431d"/></Relationships>
</file>

<file path=ppt/notesSlides/_rels/extra_notesSlide5.xml.rels><?xml version='1.0' encoding='UTF-8' standalone='yes'?>
<Relationships xmlns="http://schemas.openxmlformats.org/package/2006/relationships"><Relationship Type="http://schemas.openxmlformats.org/officeDocument/2006/relationships/slide" Target="../slides/extra_slide5.xml" Id="R5b80b6305260471b"/><Relationship Type="http://schemas.openxmlformats.org/officeDocument/2006/relationships/notesMaster" Target="../notesMasters/extra_notesMaster1.xml" Id="R82d08c6e5cfc4a9f"/></Relationships>
</file>

<file path=ppt/notesSlides/_rels/extra_notesSlide6.xml.rels><?xml version='1.0' encoding='UTF-8' standalone='yes'?>
<Relationships xmlns="http://schemas.openxmlformats.org/package/2006/relationships"><Relationship Type="http://schemas.openxmlformats.org/officeDocument/2006/relationships/slide" Target="../slides/extra_slide6.xml" Id="Rfa5d587b7f7f4a7a"/><Relationship Type="http://schemas.openxmlformats.org/officeDocument/2006/relationships/notesMaster" Target="../notesMasters/extra_notesMaster1.xml" Id="R62c945ab461949ff"/></Relationships>
</file>

<file path=ppt/notesSlides/_rels/extra_notesSlide7.xml.rels><?xml version='1.0' encoding='UTF-8' standalone='yes'?>
<Relationships xmlns="http://schemas.openxmlformats.org/package/2006/relationships"><Relationship Type="http://schemas.openxmlformats.org/officeDocument/2006/relationships/slide" Target="../slides/extra_slide7.xml" Id="Rfdd1c09d26b041e9"/><Relationship Type="http://schemas.openxmlformats.org/officeDocument/2006/relationships/notesMaster" Target="../notesMasters/extra_notesMaster1.xml" Id="R8858307e60364553"/></Relationships>
</file>

<file path=ppt/notesSlides/_rels/extra_notesSlide8.xml.rels><?xml version='1.0' encoding='UTF-8' standalone='yes'?>
<Relationships xmlns="http://schemas.openxmlformats.org/package/2006/relationships"><Relationship Type="http://schemas.openxmlformats.org/officeDocument/2006/relationships/slide" Target="../slides/extra_slide8.xml" Id="R0cb29e717f7e4dee"/><Relationship Type="http://schemas.openxmlformats.org/officeDocument/2006/relationships/notesMaster" Target="../notesMasters/extra_notesMaster1.xml" Id="R4c21bba0de3d4bd2"/></Relationships>
</file>

<file path=ppt/notesSlides/_rels/extra_notesSlide9.xml.rels><?xml version='1.0' encoding='UTF-8' standalone='yes'?>
<Relationships xmlns="http://schemas.openxmlformats.org/package/2006/relationships"><Relationship Type="http://schemas.openxmlformats.org/officeDocument/2006/relationships/slide" Target="../slides/extra_slide9.xml" Id="R010a3b01cdcc425b"/><Relationship Type="http://schemas.openxmlformats.org/officeDocument/2006/relationships/notesMaster" Target="../notesMasters/extra_notesMaster1.xml" Id="Raa26a51711304d89"/></Relationships>
</file>

<file path=ppt/notesSlides/_rels/extra_notesSlide10.xml.rels><?xml version='1.0' encoding='UTF-8' standalone='yes'?>
<Relationships xmlns="http://schemas.openxmlformats.org/package/2006/relationships"><Relationship Type="http://schemas.openxmlformats.org/officeDocument/2006/relationships/slide" Target="../slides/extra_slide10.xml" Id="R8c3dfd83f3364d38"/><Relationship Type="http://schemas.openxmlformats.org/officeDocument/2006/relationships/notesMaster" Target="../notesMasters/extra_notesMaster1.xml" Id="R04197ea0eedc44e7"/></Relationships>
</file>

<file path=ppt/notesSlides/_rels/extra_notesSlide11.xml.rels><?xml version='1.0' encoding='UTF-8' standalone='yes'?>
<Relationships xmlns="http://schemas.openxmlformats.org/package/2006/relationships"><Relationship Type="http://schemas.openxmlformats.org/officeDocument/2006/relationships/slide" Target="../slides/extra_slide11.xml" Id="R4e2501853f154d37"/><Relationship Type="http://schemas.openxmlformats.org/officeDocument/2006/relationships/notesMaster" Target="../notesMasters/extra_notesMaster1.xml" Id="R8f9d7f06f70143a6"/></Relationships>
</file>

<file path=ppt/notesSlides/_rels/extra_notesSlide12.xml.rels><?xml version='1.0' encoding='UTF-8' standalone='yes'?>
<Relationships xmlns="http://schemas.openxmlformats.org/package/2006/relationships"><Relationship Type="http://schemas.openxmlformats.org/officeDocument/2006/relationships/slide" Target="../slides/extra_slide12.xml" Id="Rafc4dab591134162"/><Relationship Type="http://schemas.openxmlformats.org/officeDocument/2006/relationships/notesMaster" Target="../notesMasters/extra_notesMaster1.xml" Id="R121d4c8c649248e5"/></Relationships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extra_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対象: dkawa2523/react_gen update2_db</a:t>
            </a:r>
          </a:p>
          <a:p xmlns:a="http://schemas.openxmlformats.org/drawingml/2006/main">
            <a:r>
              <a:t>固定コミット: 62c20092f48e45a1299dd3330b48c56223008177</a:t>
            </a:r>
          </a:p>
          <a:p xmlns:a="http://schemas.openxmlformats.org/drawingml/2006/main">
            <a:r>
              <a:t>https://github.com/dkawa2523/react_gen/blob/62c20092f48e45a1299dd3330b48c56223008177/src/plasma_reactgen/application/network_expansion.py</a:t>
            </a:r>
          </a:p>
          <a:p xmlns:a="http://schemas.openxmlformats.org/drawingml/2006/main">
            <a:r>
              <a:t>https://github.com/dkawa2523/react_gen/blob/62c20092f48e45a1299dd3330b48c56223008177/src/plasma_reactgen/interface/generate_command.py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extra_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対象: dkawa2523/react_gen update2_db</a:t>
            </a:r>
          </a:p>
          <a:p xmlns:a="http://schemas.openxmlformats.org/drawingml/2006/main">
            <a:r>
              <a:t>固定コミット: 62c20092f48e45a1299dd3330b48c56223008177</a:t>
            </a:r>
          </a:p>
          <a:p xmlns:a="http://schemas.openxmlformats.org/drawingml/2006/main">
            <a:r>
              <a:t>https://github.com/dkawa2523/react_gen/blob/62c20092f48e45a1299dd3330b48c56223008177/src/plasma_reactgen/application/network_expansion.py</a:t>
            </a:r>
          </a:p>
          <a:p xmlns:a="http://schemas.openxmlformats.org/drawingml/2006/main">
            <a:r>
              <a:t>https://github.com/dkawa2523/react_gen/blob/62c20092f48e45a1299dd3330b48c56223008177/src/plasma_reactgen/infrastructure/file_registry.py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extra_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対象: dkawa2523/react_gen update2_db</a:t>
            </a:r>
          </a:p>
          <a:p xmlns:a="http://schemas.openxmlformats.org/drawingml/2006/main">
            <a:r>
              <a:t>固定コミット: 62c20092f48e45a1299dd3330b48c56223008177</a:t>
            </a:r>
          </a:p>
          <a:p xmlns:a="http://schemas.openxmlformats.org/drawingml/2006/main">
            <a:r>
              <a:t>https://github.com/dkawa2523/react_gen/blob/62c20092f48e45a1299dd3330b48c56223008177/src/plasma_reactgen/application/network_expansion.py</a:t>
            </a:r>
          </a:p>
          <a:p xmlns:a="http://schemas.openxmlformats.org/drawingml/2006/main">
            <a:r>
              <a:t>https://github.com/dkawa2523/react_gen/blob/62c20092f48e45a1299dd3330b48c56223008177/src/plasma_reactgen/application/channel_policy.py</a:t>
            </a:r>
          </a:p>
          <a:p xmlns:a="http://schemas.openxmlformats.org/drawingml/2006/main">
            <a:r>
              <a:t>https://github.com/dkawa2523/react_gen/blob/62c20092f48e45a1299dd3330b48c56223008177/src/plasma_reactgen/validation/validators.py</a:t>
            </a:r>
          </a:p>
          <a:p xmlns:a="http://schemas.openxmlformats.org/drawingml/2006/main">
            <a:r>
              <a:t>https://github.com/dkawa2523/react_gen/blob/62c20092f48e45a1299dd3330b48c56223008177/src/plasma_reactgen/application/config.py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extra_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対象: dkawa2523/react_gen update2_db</a:t>
            </a:r>
          </a:p>
          <a:p xmlns:a="http://schemas.openxmlformats.org/drawingml/2006/main">
            <a:r>
              <a:t>固定コミット: 62c20092f48e45a1299dd3330b48c56223008177</a:t>
            </a:r>
          </a:p>
          <a:p xmlns:a="http://schemas.openxmlformats.org/drawingml/2006/main">
            <a:r>
              <a:t>https://github.com/dkawa2523/react_gen/blob/62c20092f48e45a1299dd3330b48c56223008177/src/plasma_reactgen/inference/inferred_provider.py</a:t>
            </a:r>
          </a:p>
          <a:p xmlns:a="http://schemas.openxmlformats.org/drawingml/2006/main">
            <a:r>
              <a:t>https://github.com/dkawa2523/react_gen/blob/62c20092f48e45a1299dd3330b48c56223008177/src/plasma_reactgen/inference/reaction_templates.py</a:t>
            </a:r>
          </a:p>
          <a:p xmlns:a="http://schemas.openxmlformats.org/drawingml/2006/main">
            <a:r>
              <a:t>https://github.com/dkawa2523/react_gen/blob/62c20092f48e45a1299dd3330b48c56223008177/src/plasma_reactgen/inference/species_candidates.py</a:t>
            </a:r>
          </a:p>
          <a:p xmlns:a="http://schemas.openxmlformats.org/drawingml/2006/main">
            <a:r>
              <a:t>https://github.com/dkawa2523/react_gen/blob/62c20092f48e45a1299dd3330b48c56223008177/src/plasma_reactgen/application/config.py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extra_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対象: dkawa2523/react_gen update2_db</a:t>
            </a:r>
          </a:p>
          <a:p xmlns:a="http://schemas.openxmlformats.org/drawingml/2006/main">
            <a:r>
              <a:t>固定コミット: 62c20092f48e45a1299dd3330b48c56223008177</a:t>
            </a:r>
          </a:p>
          <a:p xmlns:a="http://schemas.openxmlformats.org/drawingml/2006/main">
            <a:r>
              <a:t>https://github.com/dkawa2523/react_gen/blob/62c20092f48e45a1299dd3330b48c56223008177/src/plasma_reactgen/inference/composite_provider.py</a:t>
            </a:r>
          </a:p>
          <a:p xmlns:a="http://schemas.openxmlformats.org/drawingml/2006/main">
            <a:r>
              <a:t>https://github.com/dkawa2523/react_gen/blob/62c20092f48e45a1299dd3330b48c56223008177/src/plasma_reactgen/inference/screening.py</a:t>
            </a:r>
          </a:p>
          <a:p xmlns:a="http://schemas.openxmlformats.org/drawingml/2006/main">
            <a:r>
              <a:t>https://github.com/dkawa2523/react_gen/blob/62c20092f48e45a1299dd3330b48c56223008177/src/plasma_reactgen/inference/reaction_candidate_builder.py</a:t>
            </a:r>
          </a:p>
          <a:p xmlns:a="http://schemas.openxmlformats.org/drawingml/2006/main">
            <a:r>
              <a:t>https://github.com/dkawa2523/react_gen/blob/62c20092f48e45a1299dd3330b48c56223008177/src/plasma_reactgen/application/network_expansion.py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extra_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対象: dkawa2523/react_gen update2_db</a:t>
            </a:r>
          </a:p>
          <a:p xmlns:a="http://schemas.openxmlformats.org/drawingml/2006/main">
            <a:r>
              <a:t>固定コミット: 62c20092f48e45a1299dd3330b48c56223008177</a:t>
            </a:r>
          </a:p>
          <a:p xmlns:a="http://schemas.openxmlformats.org/drawingml/2006/main">
            <a:r>
              <a:t>https://github.com/dkawa2523/react_gen/blob/62c20092f48e45a1299dd3330b48c56223008177/src/plasma_reactgen/validation/validators.py</a:t>
            </a:r>
          </a:p>
          <a:p xmlns:a="http://schemas.openxmlformats.org/drawingml/2006/main">
            <a:r>
              <a:t>https://github.com/dkawa2523/react_gen/blob/62c20092f48e45a1299dd3330b48c56223008177/src/plasma_reactgen/application/network_expansion.py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extra_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対象: dkawa2523/react_gen update2_db</a:t>
            </a:r>
          </a:p>
          <a:p xmlns:a="http://schemas.openxmlformats.org/drawingml/2006/main">
            <a:r>
              <a:t>固定コミット: 62c20092f48e45a1299dd3330b48c56223008177</a:t>
            </a:r>
          </a:p>
          <a:p xmlns:a="http://schemas.openxmlformats.org/drawingml/2006/main">
            <a:r>
              <a:t>https://github.com/dkawa2523/react_gen/blob/62c20092f48e45a1299dd3330b48c56223008177/src/plasma_reactgen/application/dnt_properties.py</a:t>
            </a:r>
          </a:p>
          <a:p xmlns:a="http://schemas.openxmlformats.org/drawingml/2006/main">
            <a:r>
              <a:t>https://github.com/dkawa2523/react_gen/blob/62c20092f48e45a1299dd3330b48c56223008177/src/plasma_reactgen/application/channel_policy.py</a:t>
            </a:r>
          </a:p>
          <a:p xmlns:a="http://schemas.openxmlformats.org/drawingml/2006/main">
            <a:r>
              <a:t>https://github.com/dkawa2523/react_gen/blob/62c20092f48e45a1299dd3330b48c56223008177/src/plasma_reactgen/preparation/reaction_energetics.py</a:t>
            </a:r>
          </a:p>
          <a:p xmlns:a="http://schemas.openxmlformats.org/drawingml/2006/main">
            <a:r>
              <a:t>https://github.com/dkawa2523/react_gen/blob/62c20092f48e45a1299dd3330b48c56223008177/src/plasma_reactgen/application/reaction_catalog.py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extra_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対象: dkawa2523/react_gen update2_db</a:t>
            </a:r>
          </a:p>
          <a:p xmlns:a="http://schemas.openxmlformats.org/drawingml/2006/main">
            <a:r>
              <a:t>固定コミット: 62c20092f48e45a1299dd3330b48c56223008177</a:t>
            </a:r>
          </a:p>
          <a:p xmlns:a="http://schemas.openxmlformats.org/drawingml/2006/main">
            <a:r>
              <a:t>https://github.com/dkawa2523/react_gen/blob/62c20092f48e45a1299dd3330b48c56223008177/src/plasma_reactgen/preparation/cross_section_mapping_rules.py</a:t>
            </a:r>
          </a:p>
          <a:p xmlns:a="http://schemas.openxmlformats.org/drawingml/2006/main">
            <a:r>
              <a:t>https://github.com/dkawa2523/react_gen/blob/62c20092f48e45a1299dd3330b48c56223008177/src/plasma_reactgen/preparation/reaction_energetics.py</a:t>
            </a:r>
          </a:p>
          <a:p xmlns:a="http://schemas.openxmlformats.org/drawingml/2006/main">
            <a:r>
              <a:t>https://github.com/dkawa2523/react_gen/blob/62c20092f48e45a1299dd3330b48c56223008177/src/plasma_reactgen/preparation/reaction_energy_calculation.py</a:t>
            </a:r>
          </a:p>
          <a:p xmlns:a="http://schemas.openxmlformats.org/drawingml/2006/main">
            <a:r>
              <a:t>https://github.com/dkawa2523/react_gen/blob/62c20092f48e45a1299dd3330b48c56223008177/src/plasma_reactgen/application/reaction_catalog.py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extra_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対象: dkawa2523/react_gen update2_db</a:t>
            </a:r>
          </a:p>
          <a:p xmlns:a="http://schemas.openxmlformats.org/drawingml/2006/main">
            <a:r>
              <a:t>固定コミット: 62c20092f48e45a1299dd3330b48c56223008177</a:t>
            </a:r>
          </a:p>
          <a:p xmlns:a="http://schemas.openxmlformats.org/drawingml/2006/main">
            <a:r>
              <a:t>https://github.com/dkawa2523/react_gen/blob/62c20092f48e45a1299dd3330b48c56223008177/src/plasma_reactgen/application/dnt_properties.py</a:t>
            </a:r>
          </a:p>
          <a:p xmlns:a="http://schemas.openxmlformats.org/drawingml/2006/main">
            <a:r>
              <a:t>https://github.com/dkawa2523/react_gen/blob/62c20092f48e45a1299dd3330b48c56223008177/src/plasma_reactgen/application/dnt_readiness.py</a:t>
            </a:r>
          </a:p>
          <a:p xmlns:a="http://schemas.openxmlformats.org/drawingml/2006/main">
            <a:r>
              <a:t>https://github.com/dkawa2523/react_gen/blob/62c20092f48e45a1299dd3330b48c56223008177/src/plasma_reactgen/application/dnt_input_builder.py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extra_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対象: dkawa2523/react_gen update2_db</a:t>
            </a:r>
          </a:p>
          <a:p xmlns:a="http://schemas.openxmlformats.org/drawingml/2006/main">
            <a:r>
              <a:t>固定コミット: 62c20092f48e45a1299dd3330b48c56223008177</a:t>
            </a:r>
          </a:p>
          <a:p xmlns:a="http://schemas.openxmlformats.org/drawingml/2006/main">
            <a:r>
              <a:t>https://github.com/dkawa2523/react_gen/blob/62c20092f48e45a1299dd3330b48c56223008177/src/plasma_reactgen/application/output_summary.py</a:t>
            </a:r>
          </a:p>
          <a:p xmlns:a="http://schemas.openxmlformats.org/drawingml/2006/main">
            <a:r>
              <a:t>https://github.com/dkawa2523/react_gen/blob/62c20092f48e45a1299dd3330b48c56223008177/src/plasma_reactgen/application/mechanism_coverage.py</a:t>
            </a:r>
          </a:p>
          <a:p xmlns:a="http://schemas.openxmlformats.org/drawingml/2006/main">
            <a:r>
              <a:t>https://github.com/dkawa2523/react_gen/blob/62c20092f48e45a1299dd3330b48c56223008177/src/plasma_reactgen/application/diagnostics.py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extra_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実行日 2026-10-06</a:t>
            </a:r>
          </a:p>
          <a:p xmlns:a="http://schemas.openxmlformats.org/drawingml/2006/main">
            <a:r>
              <a:t>対象 commit 62c20092f48e45a1299dd3330b48c56223008177</a:t>
            </a:r>
          </a:p>
          <a:p xmlns:a="http://schemas.openxmlformats.org/drawingml/2006/main">
            <a:r>
              <a:t>PYTHONPATH=src python -m plasma_reactgen.interface.cli generate cases/&lt;case&gt;/input.yaml --registry registry --output &lt;out&gt;</a:t>
            </a:r>
          </a:p>
          <a:p xmlns:a="http://schemas.openxmlformats.org/drawingml/2006/main">
            <a:r>
              <a:t>ケース ar_o2, ar_cf4, ar_sf6_o2</a:t>
            </a:r>
          </a:p>
          <a:p xmlns:a="http://schemas.openxmlformats.org/drawingml/2006/main">
            <a:r>
              <a:t>出典: 各出力 summary.json / quality_summary.yaml。分母は電子反応数またはDNTタスク数。</a:t>
            </a:r>
          </a:p>
          <a:p xmlns:a="http://schemas.openxmlformats.org/drawingml/2006/main">
            <a:r>
              <a:t>https://github.com/dkawa2523/react_gen/tree/62c20092f48e45a1299dd3330b48c56223008177/cases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extra_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対象: dkawa2523/react_gen update2_db</a:t>
            </a:r>
          </a:p>
          <a:p xmlns:a="http://schemas.openxmlformats.org/drawingml/2006/main">
            <a:r>
              <a:t>固定コミット: 62c20092f48e45a1299dd3330b48c56223008177</a:t>
            </a:r>
          </a:p>
          <a:p xmlns:a="http://schemas.openxmlformats.org/drawingml/2006/main">
            <a:r>
              <a:t>https://github.com/dkawa2523/react_gen/blob/62c20092f48e45a1299dd3330b48c56223008177/src/plasma_reactgen/application/network_expansion.py</a:t>
            </a:r>
          </a:p>
          <a:p xmlns:a="http://schemas.openxmlformats.org/drawingml/2006/main">
            <a:r>
              <a:t>https://github.com/dkawa2523/react_gen/blob/62c20092f48e45a1299dd3330b48c56223008177/src/plasma_reactgen/application/output_summary.py</a:t>
            </a:r>
          </a:p>
          <a:p xmlns:a="http://schemas.openxmlformats.org/drawingml/2006/main">
            <a:r>
              <a:t>https://github.com/dkawa2523/react_gen/blob/62c20092f48e45a1299dd3330b48c56223008177/README.md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編集方法：分子は原子・結合線・文字をグループ化しています。グループ解除で各要素を編集できます。図形・文字・矢印・表はPowerPointネイティブです。曲線グラフのみ独立PNGです。</a:t>
            </a:r>
          </a:p>
          <a:p>
            <a:r>
              <a:t>元図1の上段探索ループと下段の反応展開を再構成。二体反応の両反応物が利用可能で、少なくとも一つが探索先にある登録反応を探索する。電子も活性種として扱う。下段は選択した経路の抜粋であり、全ネットワークではない。図形の位置は平面的な説明用配置。</a:t>
            </a:r>
          </a:p>
          <a:p/>
          <a:p>
            <a:r>
              <a:t>実装・定義の参照：</a:t>
            </a:r>
          </a:p>
          <a:p>
            <a:r>
              <a:t>https://github.com/dkawa2523/react_gen/blob/update2_db/src/plasma_reactgen/application/network_expansion.py</a:t>
            </a:r>
          </a:p>
          <a:p>
            <a:r>
              <a:t>https://github.com/dkawa2523/react_gen/blob/update2_db/src/plasma_reactgen/application/network_species_expansion.py</a:t>
            </a:r>
          </a:p>
          <a:p/>
          <a:p>
            <a:r>
              <a:t>修正版：元画像のピクセル座標に対応する配置で再構成。原子・結合・電荷・イオン括弧・電子・矢印・表は個別編集できます。曲線矢印もネイティブ自由曲線です。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編集方法：分子は原子・結合線・文字をグループ化しています。グループ解除で各要素を編集できます。図形・文字・矢印・表はPowerPointネイティブです。曲線グラフのみ独立PNGです。</a:t>
            </a:r>
          </a:p>
          <a:p>
            <a:r>
              <a:t>元図2の4パネルを個別編集可能な分子として再構成。各CF4はC1個、F4個。解離性電離の電子は入力1個、出力2個。解離性付着の自由電子は出力しない。励起準位は定性的な2準位の説明。</a:t>
            </a:r>
          </a:p>
          <a:p/>
          <a:p>
            <a:r>
              <a:t>実装・定義の参照：</a:t>
            </a:r>
          </a:p>
          <a:p>
            <a:r>
              <a:t>https://github.com/dkawa2523/react_gen/blob/update2_db/registry/reactions/electron/e__CF4.yaml</a:t>
            </a:r>
          </a:p>
          <a:p>
            <a:r>
              <a:t>https://github.com/dkawa2523/react_gen/blob/update2_db/registry/reactions/electron/e__O2.yaml</a:t>
            </a:r>
          </a:p>
          <a:p/>
          <a:p>
            <a:r>
              <a:t>修正版：元画像のピクセル座標に対応する配置で再構成。原子・結合・電荷・イオン括弧・電子・矢印・表は個別編集できます。曲線矢印もネイティブ自由曲線です。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編集方法：分子は原子・結合線・文字をグループ化しています。グループ解除で各要素を編集できます。図形・文字・矢印・表はPowerPointネイティブです。曲線グラフのみ独立PNGです。</a:t>
            </a:r>
          </a:p>
          <a:p>
            <a:r>
              <a:t>元図3に基づく反応前後の粒子図。Ar+–CF4は解離性電荷移動を採用し、既定で無効化された親分子電荷移動の代理反応は使わない。SF5はF5個、CF2OはF2個とO1個。平面図は構造の厳密な幾何を主張しない。</a:t>
            </a:r>
          </a:p>
          <a:p/>
          <a:p>
            <a:r>
              <a:t>実装・定義の参照：</a:t>
            </a:r>
          </a:p>
          <a:p>
            <a:r>
              <a:t>https://github.com/dkawa2523/react_gen/blob/update2_db/registry/reactions/ion_neutral/Ar_p__CF4.yaml</a:t>
            </a:r>
          </a:p>
          <a:p>
            <a:r>
              <a:t>https://github.com/dkawa2523/react_gen/blob/update2_db/registry/reactions/neutral_neutral/CF3__O.yaml</a:t>
            </a:r>
          </a:p>
          <a:p>
            <a:r>
              <a:t>https://github.com/dkawa2523/react_gen/blob/update2_db/registry/reactions/ion_ion/SF5_p__F_m.yaml</a:t>
            </a:r>
          </a:p>
          <a:p>
            <a:r>
              <a:t>https://github.com/dkawa2523/react_gen/blob/update2_db/registry/reactions/ion_neutral/F_m__F.yaml</a:t>
            </a:r>
          </a:p>
          <a:p/>
          <a:p>
            <a:r>
              <a:t>修正版：元画像のピクセル座標に対応する配置で再構成。原子・結合・電荷・イオン括弧・電子・矢印・表は個別編集できます。曲線矢印もネイティブ自由曲線です。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編集方法：分子は原子・結合線・文字をグループ化しています。グループ解除で各要素を編集できます。図形・文字・矢印・表はPowerPointネイティブです。曲線グラフのみ独立PNGです。</a:t>
            </a:r>
          </a:p>
          <a:p>
            <a:r>
              <a:t>元図4を再構成。反応式自体は数値データなしでも出力できる。NIST BEB等の全電離断面積を生成物別の部分断面積として代用しない。k(T)は一般的なデータ構造の図示で、電子反応では採用するEEDF等への依存を外部計算側で扱う。ここに示す曲線は生成データ・実測値ではない。</a:t>
            </a:r>
          </a:p>
          <a:p/>
          <a:p>
            <a:r>
              <a:t>実装・定義の参照：</a:t>
            </a:r>
          </a:p>
          <a:p>
            <a:r>
              <a:t>https://github.com/dkawa2523/react_gen/blob/update2_db/README.md</a:t>
            </a:r>
          </a:p>
          <a:p>
            <a:r>
              <a:t>https://github.com/dkawa2523/react_gen/blob/update2_db/docs/reaction_output_contract.md</a:t>
            </a:r>
          </a:p>
          <a:p>
            <a:r>
              <a:t>https://github.com/dkawa2523/react_gen/blob/update2_db/docs/shared_registry_coverage.md</a:t>
            </a:r>
          </a:p>
          <a:p/>
          <a:p>
            <a:r>
              <a:t>修正版：元画像のピクセル座標に対応する配置で再構成。原子・結合・電荷・イオン括弧・電子・矢印・表は個別編集できます。曲線矢印もネイティブ自由曲線です。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編集方法：分子は原子・結合線・文字をグループ化しています。グループ解除で各要素を編集できます。図形・文字・矢印・表はPowerPointネイティブです。曲線グラフのみ独立PNGです。</a:t>
            </a:r>
          </a:p>
          <a:p>
            <a:r>
              <a:t>元図5を再構成。全反応物と全生成物の生成エンタルピーを同一の単位・状態・基準で揃え、化学量論係数を掛けて差を取る。定性的な発熱反応の例。既存のAr+ + CF4 -&gt; Ar + CF3+ + Fチャネルは負の反応エネルギーが登録されている。数値軸・活性化障壁・遷移状態は描かない。</a:t>
            </a:r>
          </a:p>
          <a:p/>
          <a:p>
            <a:r>
              <a:t>実装・定義の参照：</a:t>
            </a:r>
          </a:p>
          <a:p>
            <a:r>
              <a:t>https://github.com/dkawa2523/react_gen/blob/update2_db/src/plasma_reactgen/preparation/reaction_energy_calculation.py</a:t>
            </a:r>
          </a:p>
          <a:p>
            <a:r>
              <a:t>https://github.com/dkawa2523/react_gen/blob/update2_db/registry/reactions/ion_neutral/Ar_p__CF4.yaml</a:t>
            </a:r>
          </a:p>
          <a:p/>
          <a:p>
            <a:r>
              <a:t>修正版：元画像のピクセル座標に対応する配置で再構成。原子・結合・電荷・イオン括弧・電子・矢印・表は個別編集できます。曲線矢印もネイティブ自由曲線です。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編集方法：分子は原子・結合線・文字をグループ化しています。グループ解除で各要素を編集できます。図形・文字・矢印・表はPowerPointネイティブです。曲線グラフのみ独立PNGです。</a:t>
            </a:r>
          </a:p>
          <a:p>
            <a:r>
              <a:t>元図6を再構成。双極子の物理模式図は入力物性の意味を説明するもの。α、μD、衝突半径も必須物性の充足判定に含まれる。輸出上の分類では非ゼロμDでDNT+DMとなり、ゼロまたは欠損でDNT+となるが、欠損は非極性の実証ではなく不足情報として残る。DNTの数値計算は本リポジトリに含まれない。双極子の方向は負から正。</a:t>
            </a:r>
          </a:p>
          <a:p/>
          <a:p>
            <a:r>
              <a:t>実装・定義の参照：</a:t>
            </a:r>
          </a:p>
          <a:p>
            <a:r>
              <a:t>https://github.com/dkawa2523/react_gen/blob/update2_db/docs/dnt_input_export.md</a:t>
            </a:r>
          </a:p>
          <a:p>
            <a:r>
              <a:t>https://github.com/dkawa2523/react_gen/blob/update2_db/src/plasma_reactgen/application/dnt_readiness.py</a:t>
            </a:r>
          </a:p>
          <a:p/>
          <a:p>
            <a:r>
              <a:t>修正版：元画像のピクセル座標に対応する配置で再構成。原子・結合・電荷・イオン括弧・電子・矢印・表は個別編集できます。曲線矢印もネイティブ自由曲線です。</a:t>
            </a:r>
          </a:p>
          <a:p>
            <a:r>
              <a:t>永久双極子の θ は r と双極子軸の角度として再配置。原図の電子雲は分極を説明する模式表現であり、軌道計算結果ではない。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編集方法：分子は原子・結合線・文字をグループ化しています。グループ解除で各要素を編集できます。図形・文字・矢印・表はPowerPointネイティブです。曲線グラフのみ独立PNGです。</a:t>
            </a:r>
          </a:p>
          <a:p>
            <a:r>
              <a:t>元図7に対応。現在の推論テンプレートは親分子の電離と親分子への電荷移動。保存則検査は元素ごとの組成と総電荷を照合する。候補を自動で科学的に正しいと判定する処理ではない。推論は通常生成で既定無効。</a:t>
            </a:r>
          </a:p>
          <a:p/>
          <a:p>
            <a:r>
              <a:t>実装・定義の参照：</a:t>
            </a:r>
          </a:p>
          <a:p>
            <a:r>
              <a:t>https://github.com/dkawa2523/react_gen/blob/update2_db/src/plasma_reactgen/inference/reaction_templates.py</a:t>
            </a:r>
          </a:p>
          <a:p>
            <a:r>
              <a:t>https://github.com/dkawa2523/react_gen/blob/update2_db/docs/inference_design.md</a:t>
            </a:r>
          </a:p>
          <a:p/>
          <a:p>
            <a:r>
              <a:t>修正版：元画像のピクセル座標に対応する配置で再構成。原子・結合・電荷・イオン括弧・電子・矢印・表は個別編集できます。曲線矢印もネイティブ自由曲線です。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編集方法：分子は原子・結合線・文字をグループ化しています。グループ解除で各要素を編集できます。図形・文字・矢印・表はPowerPointネイティブです。曲線グラフのみ独立PNGです。</a:t>
            </a:r>
          </a:p>
          <a:p>
            <a:r>
              <a:t>元図8の2レーンを再構成。上段はデータ管理者の明示的な取得・整形・レビュー操作、下段はローカル登録済みデータによる通常生成。PubChemは物質同定用。NIST/ATcTは確認済み物性スナップショット、LXCatはローカル原本取込み等の経路。オンライン取得や候補の自動採用は通常生成に含まれない。下段の小グラフは新規生成種への接続を抜粋しており、電子の再出力を省略した探索図である。</a:t>
            </a:r>
          </a:p>
          <a:p/>
          <a:p>
            <a:r>
              <a:t>実装・定義の参照：</a:t>
            </a:r>
          </a:p>
          <a:p>
            <a:r>
              <a:t>https://github.com/dkawa2523/react_gen/blob/update2_db/README.md</a:t>
            </a:r>
          </a:p>
          <a:p>
            <a:r>
              <a:t>https://github.com/dkawa2523/react_gen/blob/update2_db/docs/registry_packs.md</a:t>
            </a:r>
          </a:p>
          <a:p>
            <a:r>
              <a:t>https://github.com/dkawa2523/react_gen/blob/update2_db/docs/external_source_setup.md</a:t>
            </a:r>
          </a:p>
          <a:p/>
          <a:p>
            <a:r>
              <a:t>修正版：元画像のピクセル座標に対応する配置で再構成。原子・結合・電荷・イオン括弧・電子・矢印・表は個別編集できます。曲線矢印もネイティブ自由曲線です。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extra_slideLayout1.xml.rels><?xml version='1.0' encoding='UTF-8' standalone='yes'?>
<Relationships xmlns="http://schemas.openxmlformats.org/package/2006/relationships"><Relationship Type="http://schemas.openxmlformats.org/officeDocument/2006/relationships/slideMaster" Target="../slideMasters/extra_slideMaster1.xml" Id="Ra2ddcc2683544624"/></Relationships>
</file>

<file path=ppt/slideLayouts/_rels/extra_slideLayout2.xml.rels><?xml version='1.0' encoding='UTF-8' standalone='yes'?>
<Relationships xmlns="http://schemas.openxmlformats.org/package/2006/relationships"><Relationship Type="http://schemas.openxmlformats.org/officeDocument/2006/relationships/slideMaster" Target="../slideMasters/extra_slideMaster1.xml" Id="R87116cf6e4e94d71"/></Relationships>
</file>

<file path=ppt/slideLayouts/_rels/extra_slideLayout3.xml.rels><?xml version='1.0' encoding='UTF-8' standalone='yes'?>
<Relationships xmlns="http://schemas.openxmlformats.org/package/2006/relationships"><Relationship Type="http://schemas.openxmlformats.org/officeDocument/2006/relationships/slideMaster" Target="../slideMasters/extra_slideMaster1.xml" Id="Redc721e8f4994f5e"/></Relationships>
</file>

<file path=ppt/slideLayouts/_rels/extra_slideLayout4.xml.rels><?xml version='1.0' encoding='UTF-8' standalone='yes'?>
<Relationships xmlns="http://schemas.openxmlformats.org/package/2006/relationships"><Relationship Type="http://schemas.openxmlformats.org/officeDocument/2006/relationships/slideMaster" Target="../slideMasters/extra_slideMaster1.xml" Id="R5b1dc3b9aa74483d"/></Relationships>
</file>

<file path=ppt/slideLayouts/_rels/extra_slideLayout5.xml.rels><?xml version='1.0' encoding='UTF-8' standalone='yes'?>
<Relationships xmlns="http://schemas.openxmlformats.org/package/2006/relationships"><Relationship Type="http://schemas.openxmlformats.org/officeDocument/2006/relationships/slideMaster" Target="../slideMasters/extra_slideMaster1.xml" Id="Rd19e4cb2824b4b8f"/></Relationships>
</file>

<file path=ppt/slideLayouts/_rels/extra_slideLayout6.xml.rels><?xml version='1.0' encoding='UTF-8' standalone='yes'?>
<Relationships xmlns="http://schemas.openxmlformats.org/package/2006/relationships"><Relationship Type="http://schemas.openxmlformats.org/officeDocument/2006/relationships/slideMaster" Target="../slideMasters/extra_slideMaster1.xml" Id="Rab82d4a90fd84f2d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extra_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751F254B-35FC-48C2-99C8-28E0A91CE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3142827"/>
            <a:ext cx="731520" cy="5418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3447EFA-7B59-4873-816C-D910175142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463040" y="3684693"/>
            <a:ext cx="11704320" cy="1408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7DCC38E5-A64B-4EA2-B3D6-B386CE43B64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194560" y="5364480"/>
            <a:ext cx="10241280" cy="10837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extra_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36B088B7-A008-40AD-8C70-DDC06FAF2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3522133"/>
            <a:ext cx="731520" cy="5418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B1DEE49-B6F8-4C13-BCD8-5F1AF70C56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463040" y="4064000"/>
            <a:ext cx="11704320" cy="162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extra_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83A17CCF-96BC-448A-91BA-ECA4674C3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67467"/>
            <a:ext cx="731520" cy="5418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EA8ED76-2A1B-480D-A39B-36FAB29AA2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22960" y="758613"/>
            <a:ext cx="12984480" cy="11921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82DE9669-3599-4376-8EAC-43F88977A3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22960" y="2709333"/>
            <a:ext cx="12984480" cy="60689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7432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1pPr>
            <a:lvl2pPr marL="64008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2pPr>
            <a:lvl3pPr marL="100584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3pPr>
            <a:lvl4pPr marL="137160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4pPr>
            <a:lvl5pPr marL="173736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5pPr>
            <a:lvl6pPr marL="210312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6pPr>
            <a:lvl7pPr marL="246888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7pPr>
            <a:lvl8pPr marL="283464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8pPr>
            <a:lvl9pPr marL="320040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extra_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E6C9F626-B699-4E20-9DE8-59EC2AF1B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67467"/>
            <a:ext cx="731520" cy="5418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3819AA2-092B-4ADD-931E-444F3FDF84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22960" y="758613"/>
            <a:ext cx="12984480" cy="11921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7890115-CA37-496C-B5E3-DA465BBD116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22960" y="2709333"/>
            <a:ext cx="6035040" cy="60689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7432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1pPr>
            <a:lvl2pPr marL="64008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2pPr>
            <a:lvl3pPr marL="100584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3pPr>
            <a:lvl4pPr marL="137160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4pPr>
            <a:lvl5pPr marL="173736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5pPr>
            <a:lvl6pPr marL="210312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6pPr>
            <a:lvl7pPr marL="246888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7pPr>
            <a:lvl8pPr marL="283464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8pPr>
            <a:lvl9pPr marL="320040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3385CCD-501B-4E21-874D-A70CE1FFAF8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7772400" y="2709333"/>
            <a:ext cx="6035040" cy="60689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7432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1pPr>
            <a:lvl2pPr marL="64008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2pPr>
            <a:lvl3pPr marL="100584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3pPr>
            <a:lvl4pPr marL="137160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4pPr>
            <a:lvl5pPr marL="173736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5pPr>
            <a:lvl6pPr marL="210312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6pPr>
            <a:lvl7pPr marL="246888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7pPr>
            <a:lvl8pPr marL="283464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8pPr>
            <a:lvl9pPr marL="320040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extra_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90AFBF95-A4B5-4424-B33A-94BB5AAA8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67467"/>
            <a:ext cx="731520" cy="5418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84ADEAF-109D-4F14-A6BE-9D181B3CCE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22960" y="758613"/>
            <a:ext cx="12984480" cy="11921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4BFCD2F-9594-4D4E-80BC-FFF8C010D2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22960" y="2709333"/>
            <a:ext cx="6035040" cy="60689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7432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1pPr>
            <a:lvl2pPr marL="64008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2pPr>
            <a:lvl3pPr marL="100584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3pPr>
            <a:lvl4pPr marL="137160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4pPr>
            <a:lvl5pPr marL="173736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5pPr>
            <a:lvl6pPr marL="210312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6pPr>
            <a:lvl7pPr marL="246888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7pPr>
            <a:lvl8pPr marL="283464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8pPr>
            <a:lvl9pPr marL="3200400" indent="-274320">
              <a:lnSpc>
                <a:spcPct val="110000"/>
              </a:lnSpc>
              <a:spcBef>
                <a:spcPts val="0"/>
              </a:spcBef>
              <a:spcAft>
                <a:spcPts val="144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extra_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extra_slideMaster1.xml.rels><?xml version='1.0' encoding='UTF-8' standalone='yes'?>
<Relationships xmlns="http://schemas.openxmlformats.org/package/2006/relationships"><Relationship Type="http://schemas.openxmlformats.org/officeDocument/2006/relationships/theme" Target="theme/extra_theme2.xml" Id="R699bbe6641714244"/><Relationship Type="http://schemas.openxmlformats.org/officeDocument/2006/relationships/slideLayout" Target="../slideLayouts/extra_slideLayout1.xml" Id="Re8b9271d25a04a9a"/><Relationship Type="http://schemas.openxmlformats.org/officeDocument/2006/relationships/slideLayout" Target="../slideLayouts/extra_slideLayout2.xml" Id="Rf3e7ff0dfcef4207"/><Relationship Type="http://schemas.openxmlformats.org/officeDocument/2006/relationships/slideLayout" Target="../slideLayouts/extra_slideLayout3.xml" Id="R4460103cf314463e"/><Relationship Type="http://schemas.openxmlformats.org/officeDocument/2006/relationships/slideLayout" Target="../slideLayouts/extra_slideLayout4.xml" Id="R6607c5a736714368"/><Relationship Type="http://schemas.openxmlformats.org/officeDocument/2006/relationships/slideLayout" Target="../slideLayouts/extra_slideLayout5.xml" Id="Ra937c567adc5486d"/><Relationship Type="http://schemas.openxmlformats.org/officeDocument/2006/relationships/slideLayout" Target="../slideLayouts/extra_slideLayout6.xml" Id="R73ee84e3e1b04c97"/></Relationships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extra_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8b9271d25a04a9a"/>
    <p:sldLayoutId xmlns:r="http://schemas.openxmlformats.org/officeDocument/2006/relationships" id="2147483650" r:id="Rf3e7ff0dfcef4207"/>
    <p:sldLayoutId xmlns:r="http://schemas.openxmlformats.org/officeDocument/2006/relationships" id="2147483651" r:id="R4460103cf314463e"/>
    <p:sldLayoutId xmlns:r="http://schemas.openxmlformats.org/officeDocument/2006/relationships" id="2147483652" r:id="R6607c5a736714368"/>
    <p:sldLayoutId xmlns:r="http://schemas.openxmlformats.org/officeDocument/2006/relationships" id="2147483653" r:id="Ra937c567adc5486d"/>
    <p:sldLayoutId xmlns:r="http://schemas.openxmlformats.org/officeDocument/2006/relationships" id="2147483654" r:id="R73ee84e3e1b04c9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theme/extra_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extra_slide1.xml.rels><?xml version='1.0' encoding='UTF-8' standalone='yes'?>
<Relationships xmlns="http://schemas.openxmlformats.org/package/2006/relationships"><Relationship Type="http://schemas.openxmlformats.org/officeDocument/2006/relationships/slideLayout" Target="../slideLayouts/extra_slideLayout6.xml" Id="Red50b86089e94428"/><Relationship Type="http://schemas.openxmlformats.org/officeDocument/2006/relationships/notesSlide" Target="../notesSlides/extra_notesSlide1.xml" Id="R98e4662ec3f9492d"/></Relationships>
</file>

<file path=ppt/slides/_rels/extra_slide2.xml.rels><?xml version='1.0' encoding='UTF-8' standalone='yes'?>
<Relationships xmlns="http://schemas.openxmlformats.org/package/2006/relationships"><Relationship Type="http://schemas.openxmlformats.org/officeDocument/2006/relationships/slideLayout" Target="../slideLayouts/extra_slideLayout6.xml" Id="R4b77396df36640ea"/><Relationship Type="http://schemas.openxmlformats.org/officeDocument/2006/relationships/notesSlide" Target="../notesSlides/extra_notesSlide2.xml" Id="R4df5abe0eb514152"/></Relationships>
</file>

<file path=ppt/slides/_rels/extra_slide3.xml.rels><?xml version='1.0' encoding='UTF-8' standalone='yes'?>
<Relationships xmlns="http://schemas.openxmlformats.org/package/2006/relationships"><Relationship Type="http://schemas.openxmlformats.org/officeDocument/2006/relationships/slideLayout" Target="../slideLayouts/extra_slideLayout6.xml" Id="Rb9095bf85e7a41e5"/><Relationship Type="http://schemas.openxmlformats.org/officeDocument/2006/relationships/notesSlide" Target="../notesSlides/extra_notesSlide3.xml" Id="R32e1068196d34d6a"/></Relationships>
</file>

<file path=ppt/slides/_rels/extra_slide4.xml.rels><?xml version='1.0' encoding='UTF-8' standalone='yes'?>
<Relationships xmlns="http://schemas.openxmlformats.org/package/2006/relationships"><Relationship Type="http://schemas.openxmlformats.org/officeDocument/2006/relationships/slideLayout" Target="../slideLayouts/extra_slideLayout6.xml" Id="R24c1c972b9504cbd"/><Relationship Type="http://schemas.openxmlformats.org/officeDocument/2006/relationships/notesSlide" Target="../notesSlides/extra_notesSlide4.xml" Id="Rf2874fdf32534de7"/></Relationships>
</file>

<file path=ppt/slides/_rels/extra_slide5.xml.rels><?xml version='1.0' encoding='UTF-8' standalone='yes'?>
<Relationships xmlns="http://schemas.openxmlformats.org/package/2006/relationships"><Relationship Type="http://schemas.openxmlformats.org/officeDocument/2006/relationships/slideLayout" Target="../slideLayouts/extra_slideLayout6.xml" Id="R1d90a5f9dbb84d35"/><Relationship Type="http://schemas.openxmlformats.org/officeDocument/2006/relationships/notesSlide" Target="../notesSlides/extra_notesSlide5.xml" Id="R084d3ffc32e740ca"/></Relationships>
</file>

<file path=ppt/slides/_rels/extra_slide6.xml.rels><?xml version='1.0' encoding='UTF-8' standalone='yes'?>
<Relationships xmlns="http://schemas.openxmlformats.org/package/2006/relationships"><Relationship Type="http://schemas.openxmlformats.org/officeDocument/2006/relationships/slideLayout" Target="../slideLayouts/extra_slideLayout6.xml" Id="R88ad8839bc7a46f1"/><Relationship Type="http://schemas.openxmlformats.org/officeDocument/2006/relationships/notesSlide" Target="../notesSlides/extra_notesSlide6.xml" Id="Rd003570a44b84c76"/></Relationships>
</file>

<file path=ppt/slides/_rels/extra_slide7.xml.rels><?xml version='1.0' encoding='UTF-8' standalone='yes'?>
<Relationships xmlns="http://schemas.openxmlformats.org/package/2006/relationships"><Relationship Type="http://schemas.openxmlformats.org/officeDocument/2006/relationships/slideLayout" Target="../slideLayouts/extra_slideLayout6.xml" Id="Rb2e87bf0d3b24340"/><Relationship Type="http://schemas.openxmlformats.org/officeDocument/2006/relationships/notesSlide" Target="../notesSlides/extra_notesSlide7.xml" Id="R85df842bf4384995"/></Relationships>
</file>

<file path=ppt/slides/_rels/extra_slide8.xml.rels><?xml version='1.0' encoding='UTF-8' standalone='yes'?>
<Relationships xmlns="http://schemas.openxmlformats.org/package/2006/relationships"><Relationship Type="http://schemas.openxmlformats.org/officeDocument/2006/relationships/slideLayout" Target="../slideLayouts/extra_slideLayout6.xml" Id="Re5dc18cfe8d347ba"/><Relationship Type="http://schemas.openxmlformats.org/officeDocument/2006/relationships/notesSlide" Target="../notesSlides/extra_notesSlide8.xml" Id="Rcb5fd86fe448408d"/></Relationships>
</file>

<file path=ppt/slides/_rels/extra_slide9.xml.rels><?xml version='1.0' encoding='UTF-8' standalone='yes'?>
<Relationships xmlns="http://schemas.openxmlformats.org/package/2006/relationships"><Relationship Type="http://schemas.openxmlformats.org/officeDocument/2006/relationships/slideLayout" Target="../slideLayouts/extra_slideLayout6.xml" Id="R5d0f3c20bb024191"/><Relationship Type="http://schemas.openxmlformats.org/officeDocument/2006/relationships/notesSlide" Target="../notesSlides/extra_notesSlide9.xml" Id="Re3168628bf644ca6"/></Relationships>
</file>

<file path=ppt/slides/_rels/extra_slide10.xml.rels><?xml version='1.0' encoding='UTF-8' standalone='yes'?>
<Relationships xmlns="http://schemas.openxmlformats.org/package/2006/relationships"><Relationship Type="http://schemas.openxmlformats.org/officeDocument/2006/relationships/slideLayout" Target="../slideLayouts/extra_slideLayout6.xml" Id="Rf1d099e738ff430a"/><Relationship Type="http://schemas.openxmlformats.org/officeDocument/2006/relationships/notesSlide" Target="../notesSlides/extra_notesSlide10.xml" Id="R1057031b730a4817"/></Relationships>
</file>

<file path=ppt/slides/_rels/extra_slide11.xml.rels><?xml version='1.0' encoding='UTF-8' standalone='yes'?>
<Relationships xmlns="http://schemas.openxmlformats.org/package/2006/relationships"><Relationship Type="http://schemas.openxmlformats.org/officeDocument/2006/relationships/slideLayout" Target="../slideLayouts/extra_slideLayout6.xml" Id="R6c2493c93833479c"/><Relationship Type="http://schemas.openxmlformats.org/officeDocument/2006/relationships/notesSlide" Target="../notesSlides/extra_notesSlide11.xml" Id="R24d3483eb1c14101"/></Relationships>
</file>

<file path=ppt/slides/_rels/extra_slide12.xml.rels><?xml version='1.0' encoding='UTF-8' standalone='yes'?>
<Relationships xmlns="http://schemas.openxmlformats.org/package/2006/relationships"><Relationship Type="http://schemas.openxmlformats.org/officeDocument/2006/relationships/slideLayout" Target="../slideLayouts/extra_slideLayout6.xml" Id="R359b3aedd3ab43ee"/><Relationship Type="http://schemas.openxmlformats.org/officeDocument/2006/relationships/notesSlide" Target="../notesSlides/extra_notesSlide12.xml" Id="R0aafd989f3af4a27"/></Relationships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extra_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8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9677400" y="5919788"/>
            <a:ext cx="10858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85C86"/>
            </a:solidFill>
            <a:tailEnd type="triangle" w="med" len="med"/>
          </a:ln>
        </p:spPr>
      </p:cxnSp>
      <p:cxnSp>
        <p:nvCxnSpPr>
          <p:cNvPr id="19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010025" y="5919788"/>
            <a:ext cx="10953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85C86"/>
            </a:solidFill>
            <a:tailEnd type="triangle" w="med" len="med"/>
          </a:ln>
        </p:spPr>
      </p:cxnSp>
      <p:cxnSp>
        <p:nvCxnSpPr>
          <p:cNvPr id="2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677400" y="3500438"/>
            <a:ext cx="10858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85C86"/>
            </a:solidFill>
            <a:tailEnd type="triangle" w="med" len="med"/>
          </a:ln>
        </p:spPr>
      </p:cxnSp>
      <p:cxnSp>
        <p:nvCxnSpPr>
          <p:cNvPr id="21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010025" y="3500438"/>
            <a:ext cx="10953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85C86"/>
            </a:solidFill>
            <a:tailEnd type="triangle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C7FABA-8623-42F8-AC06-23FF4A1A1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343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3225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rPr>
              <a:t>09 / コードが担う範囲と、専門家が担う範囲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09C63E-2A83-4B93-9AE3-DDAF1E53B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85875"/>
            <a:ext cx="1333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2637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75" b="0">
                <a:solidFill>
                  <a:srgbClr val="526372"/>
                </a:solidFill>
                <a:latin typeface="Noto Sans CJK JP"/>
                <a:ea typeface="Noto Sans CJK JP"/>
                <a:cs typeface="Noto Sans CJK JP"/>
              </a:rPr>
              <a:t>登録済みの知識を混合ガスごとの反応網へ展開し、次に補うべきデータを見える形にする。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38093A-1F23-4506-9A08-34AAD5978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91625"/>
            <a:ext cx="1295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37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0">
                <a:solidFill>
                  <a:srgbClr val="526372"/>
                </a:solidFill>
                <a:latin typeface="Noto Sans CJK JP"/>
                <a:ea typeface="Noto Sans CJK JP"/>
                <a:cs typeface="Noto Sans CJK JP"/>
              </a:rPr>
              <a:t>実装確認：update2_db @ 62c2009  •  出典・設定は発表者ノート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E383F9-154E-437E-AC5A-581548FD7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1323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39776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325" b="1">
                <a:solidFill>
                  <a:srgbClr val="397762"/>
                </a:solidFill>
                <a:latin typeface="Noto Sans CJK JP"/>
                <a:ea typeface="Noto Sans CJK JP"/>
                <a:cs typeface="Noto Sans CJK JP"/>
              </a:rPr>
              <a:t>事前整備：外部知識 → 再利用できる登録簿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D48765-B736-4B0F-A463-F1C4C440D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05125"/>
            <a:ext cx="33813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0"/>
          </a:solidFill>
          <a:ln xmlns:a="http://schemas.openxmlformats.org/drawingml/2006/main" w="13335">
            <a:solidFill>
              <a:srgbClr val="B8C5CE"/>
            </a:solidFill>
          </a:ln>
        </p:spPr>
        <p:txBody>
          <a:bodyPr xmlns:a="http://schemas.openxmlformats.org/drawingml/2006/main" lIns="171450" tIns="114300" rIns="17145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250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rPr>
              <a:t>論文・公開データ</a:t>
            </a:r>
          </a:p>
          <a:p xmlns:a="http://schemas.openxmlformats.org/drawingml/2006/main">
            <a:pPr algn="ctr">
              <a:defRPr sz="2250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250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rPr>
              <a:t>反応／物性／σ(E)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8219FD-93C4-4750-B6E3-FA1B54C52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905125"/>
            <a:ext cx="4572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0"/>
          </a:solidFill>
          <a:ln xmlns:a="http://schemas.openxmlformats.org/drawingml/2006/main" w="13335">
            <a:solidFill>
              <a:srgbClr val="B8C5CE"/>
            </a:solidFill>
          </a:ln>
        </p:spPr>
        <p:txBody>
          <a:bodyPr xmlns:a="http://schemas.openxmlformats.org/drawingml/2006/main" lIns="171450" tIns="114300" rIns="17145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250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rPr>
              <a:t>出典・単位・反応IDを確認</a:t>
            </a:r>
          </a:p>
          <a:p xmlns:a="http://schemas.openxmlformats.org/drawingml/2006/main">
            <a:pPr algn="ctr">
              <a:defRPr sz="2250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250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rPr>
              <a:t>専門家が適用条件を判断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BAD69E-F1F7-451A-8E96-C3F87DC58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905125"/>
            <a:ext cx="32385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2E7"/>
          </a:solidFill>
          <a:ln xmlns:a="http://schemas.openxmlformats.org/drawingml/2006/main" w="13335">
            <a:solidFill>
              <a:srgbClr val="B8C5CE"/>
            </a:solidFill>
          </a:ln>
        </p:spPr>
        <p:txBody>
          <a:bodyPr xmlns:a="http://schemas.openxmlformats.org/drawingml/2006/main" lIns="171450" tIns="114300" rIns="17145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250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rPr>
              <a:t>管理済み登録簿</a:t>
            </a:r>
          </a:p>
          <a:p xmlns:a="http://schemas.openxmlformats.org/drawingml/2006/main">
            <a:pPr algn="ctr">
              <a:defRPr sz="2250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250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rPr>
              <a:t>反応・物性・σ(E)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3FE6D5-4D52-4994-A09B-3B4FFF422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24375"/>
            <a:ext cx="1323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85C86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325" b="1">
                <a:solidFill>
                  <a:srgbClr val="285C86"/>
                </a:solidFill>
                <a:latin typeface="Noto Sans CJK JP"/>
                <a:ea typeface="Noto Sans CJK JP"/>
                <a:cs typeface="Noto Sans CJK JP"/>
              </a:rPr>
              <a:t>ケース生成：整備済みの登録簿を読み出す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7FB1EC-6014-4512-9917-337E1DC14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76850"/>
            <a:ext cx="33813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8"/>
          </a:solidFill>
          <a:ln xmlns:a="http://schemas.openxmlformats.org/drawingml/2006/main" w="13335">
            <a:solidFill>
              <a:srgbClr val="B8C5CE"/>
            </a:solidFill>
          </a:ln>
        </p:spPr>
        <p:txBody>
          <a:bodyPr xmlns:a="http://schemas.openxmlformats.org/drawingml/2006/main" lIns="171450" tIns="114300" rIns="17145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250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rPr>
              <a:t>供給ガス＋設定</a:t>
            </a:r>
          </a:p>
          <a:p xmlns:a="http://schemas.openxmlformats.org/drawingml/2006/main">
            <a:pPr algn="ctr">
              <a:defRPr sz="2250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250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rPr>
              <a:t>例：Ar / CF₄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110B33-7896-49E9-A7A6-01EC9A64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276850"/>
            <a:ext cx="45720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8"/>
          </a:solidFill>
          <a:ln xmlns:a="http://schemas.openxmlformats.org/drawingml/2006/main" w="13335">
            <a:solidFill>
              <a:srgbClr val="B8C5CE"/>
            </a:solidFill>
          </a:ln>
        </p:spPr>
        <p:txBody>
          <a:bodyPr xmlns:a="http://schemas.openxmlformats.org/drawingml/2006/main" lIns="171450" tIns="114300" rIns="17145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250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rPr>
              <a:t>到達可能な反応を探索</a:t>
            </a:r>
          </a:p>
          <a:p xmlns:a="http://schemas.openxmlformats.org/drawingml/2006/main">
            <a:pPr algn="ctr">
              <a:defRPr sz="2250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250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rPr>
              <a:t>保存則・設定条件を検査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A96AD3-8969-412A-9601-722327919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276850"/>
            <a:ext cx="3238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0"/>
          </a:solidFill>
          <a:ln xmlns:a="http://schemas.openxmlformats.org/drawingml/2006/main" w="13335">
            <a:solidFill>
              <a:srgbClr val="B8C5CE"/>
            </a:solidFill>
          </a:ln>
        </p:spPr>
        <p:txBody>
          <a:bodyPr xmlns:a="http://schemas.openxmlformats.org/drawingml/2006/main" lIns="171450" tIns="114300" rIns="17145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025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rPr>
              <a:t>反応一覧＋生成経路</a:t>
            </a:r>
          </a:p>
          <a:p xmlns:a="http://schemas.openxmlformats.org/drawingml/2006/main">
            <a:pPr algn="ctr">
              <a:defRPr sz="2025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025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rPr>
              <a:t>不足データ＋DNT入力候補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DC3EFE-E37B-4311-BDEE-8C646C93A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048500"/>
            <a:ext cx="13239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00" b="0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rPr>
              <a:t>通常の generate は外部サイトを検索しない。σ(E)、速度定数、密度の時間発展も計算しない。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8509E4-E643-4409-B92B-FFB7FE014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191500"/>
            <a:ext cx="13373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0"/>
          </a:solidFill>
          <a:ln xmlns:a="http://schemas.openxmlformats.org/drawingml/2006/main" w="13335">
            <a:solidFill>
              <a:srgbClr val="B8C5CE"/>
            </a:solidFill>
          </a:ln>
        </p:spPr>
        <p:txBody>
          <a:bodyPr xmlns:a="http://schemas.openxmlformats.org/drawingml/2006/main" lIns="171450" tIns="114300" rIns="17145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75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rPr>
              <a:t>有用性：混合ガスを変えても、知識の再利用・反応の追跡・不足データの抽出を同じ手順で行える。</a:t>
            </a:r>
          </a:p>
        </p:txBody>
      </p:sp>
    </p:spTree>
    <p:extLst>
      <p:ext uri="{BB962C8B-B14F-4D97-AF65-F5344CB8AC3E}">
        <p14:creationId xmlns:p14="http://schemas.microsoft.com/office/powerpoint/2010/main" val="391119564"/>
      </p:ext>
    </p:extLst>
  </p:cSld>
</p:sld>
</file>

<file path=ppt/slides/extra_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0" name=""/>
          <p:cNvCxnSpPr>
            <a:stCxn xmlns:a="http://schemas.openxmlformats.org/drawingml/2006/main" id="13" idx="0"/>
            <a:endCxn xmlns:a="http://schemas.openxmlformats.org/drawingml/2006/main" id="4" idx="2"/>
          </p:cNvCxnSpPr>
          <p:nvPr/>
        </p:nvCxnSpPr>
        <p:spPr>
          <a:xfrm xmlns:a="http://schemas.openxmlformats.org/drawingml/2006/main" flipV="1">
            <a:off x="2033588" y="3714750"/>
            <a:ext cx="0" cy="11239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85C86"/>
            </a:solidFill>
            <a:tailEnd type="triangle" w="med" len="med"/>
          </a:ln>
        </p:spPr>
      </p:cxnSp>
      <p:cxnSp>
        <p:nvCxnSpPr>
          <p:cNvPr id="21" name=""/>
          <p:cNvCxnSpPr>
            <a:stCxn xmlns:a="http://schemas.openxmlformats.org/drawingml/2006/main" id="11" idx="1"/>
            <a:endCxn xmlns:a="http://schemas.openxmlformats.org/drawingml/2006/main" id="13" idx="3"/>
          </p:cNvCxnSpPr>
          <p:nvPr/>
        </p:nvCxnSpPr>
        <p:spPr>
          <a:xfrm xmlns:a="http://schemas.openxmlformats.org/drawingml/2006/main" flipH="1">
            <a:off x="3438525" y="5467350"/>
            <a:ext cx="9906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85C86"/>
            </a:solidFill>
            <a:tailEnd type="triangle" w="med" len="med"/>
          </a:ln>
        </p:spPr>
      </p:cxnSp>
      <p:cxnSp>
        <p:nvCxnSpPr>
          <p:cNvPr id="22" name=""/>
          <p:cNvCxnSpPr>
            <a:stCxn xmlns:a="http://schemas.openxmlformats.org/drawingml/2006/main" id="9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8905875" y="5467350"/>
            <a:ext cx="9906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85C86"/>
            </a:solidFill>
            <a:tailEnd type="triangle" w="med" len="med"/>
          </a:ln>
        </p:spPr>
      </p:cxnSp>
      <p:cxnSp>
        <p:nvCxnSpPr>
          <p:cNvPr id="23" name=""/>
          <p:cNvCxnSpPr>
            <a:stCxn xmlns:a="http://schemas.openxmlformats.org/drawingml/2006/main" id="6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11949113" y="3714750"/>
            <a:ext cx="0" cy="11239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85C86"/>
            </a:solidFill>
            <a:tailEnd type="triangle" w="med" len="med"/>
          </a:ln>
        </p:spPr>
      </p:cxnSp>
      <p:cxnSp>
        <p:nvCxnSpPr>
          <p:cNvPr id="24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8905875" y="3095625"/>
            <a:ext cx="9906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85C86"/>
            </a:solidFill>
            <a:tailEnd type="triangle" w="med" len="med"/>
          </a:ln>
        </p:spPr>
      </p:cxnSp>
      <p:cxnSp>
        <p:nvCxnSpPr>
          <p:cNvPr id="25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438525" y="3095625"/>
            <a:ext cx="9906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85C86"/>
            </a:solidFill>
            <a:tailEnd type="triangle" w="med" len="me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2B6762-52BC-45EA-994E-46B10D1A4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343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3225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rPr>
              <a:t>10 / 反応網の展開：新しく現れた種を起点に繰り返す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178B5E-67A7-4237-89FB-D6E259AB8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85875"/>
            <a:ext cx="1333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2637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75" b="0">
                <a:solidFill>
                  <a:srgbClr val="526372"/>
                </a:solidFill>
                <a:latin typeface="Noto Sans CJK JP"/>
                <a:ea typeface="Noto Sans CJK JP"/>
                <a:cs typeface="Noto Sans CJK JP"/>
              </a:rPr>
              <a:t>「深さ」は生成経路の段数。反応時間、優先順位、生成量を表す数値ではない。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58B929-B5D9-40B1-B16E-CB45359F4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91625"/>
            <a:ext cx="1295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37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0">
                <a:solidFill>
                  <a:srgbClr val="526372"/>
                </a:solidFill>
                <a:latin typeface="Noto Sans CJK JP"/>
                <a:ea typeface="Noto Sans CJK JP"/>
                <a:cs typeface="Noto Sans CJK JP"/>
              </a:rPr>
              <a:t>実装確認：update2_db @ 62c2009  •  出典・設定は発表者ノート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E76E84-1027-4F5F-9D2F-50BBA701C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76500"/>
            <a:ext cx="28098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8"/>
          </a:solidFill>
          <a:ln xmlns:a="http://schemas.openxmlformats.org/drawingml/2006/main" w="13335">
            <a:solidFill>
              <a:srgbClr val="B8C5CE"/>
            </a:solidFill>
          </a:ln>
        </p:spPr>
        <p:txBody>
          <a:bodyPr xmlns:a="http://schemas.openxmlformats.org/drawingml/2006/main" lIns="171450" tIns="114300" rIns="17145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250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rPr>
              <a:t>既知種と新規種</a:t>
            </a:r>
          </a:p>
          <a:p xmlns:a="http://schemas.openxmlformats.org/drawingml/2006/main">
            <a:pPr algn="ctr">
              <a:defRPr sz="2250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250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rPr>
              <a:t>初回：ガス＋電子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270C8F-7C69-4A5D-A3E7-9F6C788F4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76500"/>
            <a:ext cx="4476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8"/>
          </a:solidFill>
          <a:ln xmlns:a="http://schemas.openxmlformats.org/drawingml/2006/main" w="13335">
            <a:solidFill>
              <a:srgbClr val="B8C5CE"/>
            </a:solidFill>
          </a:ln>
        </p:spPr>
        <p:txBody>
          <a:bodyPr xmlns:a="http://schemas.openxmlformats.org/drawingml/2006/main" lIns="171450" tIns="114300" rIns="17145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250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rPr>
              <a:t>衝突対を取得</a:t>
            </a:r>
          </a:p>
          <a:p xmlns:a="http://schemas.openxmlformats.org/drawingml/2006/main">
            <a:pPr algn="ctr">
              <a:defRPr sz="2250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250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rPr>
              <a:t>両種が既知・片方が新規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FAA752-9765-4DE8-B8F3-9F1185D42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2476500"/>
            <a:ext cx="41052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8"/>
          </a:solidFill>
          <a:ln xmlns:a="http://schemas.openxmlformats.org/drawingml/2006/main" w="13335">
            <a:solidFill>
              <a:srgbClr val="B8C5CE"/>
            </a:solidFill>
          </a:ln>
        </p:spPr>
        <p:txBody>
          <a:bodyPr xmlns:a="http://schemas.openxmlformats.org/drawingml/2006/main" lIns="171450" tIns="114300" rIns="17145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250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rPr>
              <a:t>反応チャネルを取得</a:t>
            </a:r>
          </a:p>
          <a:p xmlns:a="http://schemas.openxmlformats.org/drawingml/2006/main">
            <a:pPr algn="ctr">
              <a:defRPr sz="2250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250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rPr>
              <a:t>登録反応＋任意の推定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300069-1049-48A1-B076-2CACAD210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4838700"/>
            <a:ext cx="41052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8"/>
          </a:solidFill>
          <a:ln xmlns:a="http://schemas.openxmlformats.org/drawingml/2006/main" w="13335">
            <a:solidFill>
              <a:srgbClr val="B8C5CE"/>
            </a:solidFill>
          </a:ln>
        </p:spPr>
        <p:txBody>
          <a:bodyPr xmlns:a="http://schemas.openxmlformats.org/drawingml/2006/main" lIns="171450" tIns="114300" rIns="17145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250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rPr>
              <a:t>採用条件を検査</a:t>
            </a:r>
          </a:p>
          <a:p xmlns:a="http://schemas.openxmlformats.org/drawingml/2006/main">
            <a:pPr algn="ctr">
              <a:defRPr sz="2250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250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rPr>
              <a:t>状態／データ方針／保存則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E9DE5A-A7B1-4F5C-A463-179E0F605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838700"/>
            <a:ext cx="4476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8"/>
          </a:solidFill>
          <a:ln xmlns:a="http://schemas.openxmlformats.org/drawingml/2006/main" w="13335">
            <a:solidFill>
              <a:srgbClr val="B8C5CE"/>
            </a:solidFill>
          </a:ln>
        </p:spPr>
        <p:txBody>
          <a:bodyPr xmlns:a="http://schemas.openxmlformats.org/drawingml/2006/main" lIns="171450" tIns="114300" rIns="17145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250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rPr>
              <a:t>反応・生成物を追加</a:t>
            </a:r>
          </a:p>
          <a:p xmlns:a="http://schemas.openxmlformats.org/drawingml/2006/main">
            <a:pPr algn="ctr">
              <a:defRPr sz="2250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250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rPr>
              <a:t>反応ID・生成経路を記録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42B2AB-1ED6-4322-9877-633684877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38700"/>
            <a:ext cx="28098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8"/>
          </a:solidFill>
          <a:ln xmlns:a="http://schemas.openxmlformats.org/drawingml/2006/main" w="13335">
            <a:solidFill>
              <a:srgbClr val="B8C5CE"/>
            </a:solidFill>
          </a:ln>
        </p:spPr>
        <p:txBody>
          <a:bodyPr xmlns:a="http://schemas.openxmlformats.org/drawingml/2006/main" lIns="171450" tIns="114300" rIns="17145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250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rPr>
              <a:t>次の起点を更新</a:t>
            </a:r>
          </a:p>
          <a:p xmlns:a="http://schemas.openxmlformats.org/drawingml/2006/main">
            <a:pPr algn="ctr">
              <a:defRPr sz="2250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250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rPr>
              <a:t>伝播する種を選ぶ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3701D7-2307-4CC6-B582-44232DEA2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11480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85C86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75" b="1">
                <a:solidFill>
                  <a:srgbClr val="285C86"/>
                </a:solidFill>
                <a:latin typeface="Noto Sans CJK JP"/>
                <a:ea typeface="Noto Sans CJK JP"/>
                <a:cs typeface="Noto Sans CJK JP"/>
              </a:rPr>
              <a:t>繰り返し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8A3040-D70A-4D81-8792-A0F80767A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762750"/>
            <a:ext cx="1314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75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rPr>
              <a:t>終了① 新しい起点がなくなる　　終了② 深さ・種数・反応数などの上限に達する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6AED6A-227F-47EA-B05C-EFD453572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48550"/>
            <a:ext cx="1314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025" b="0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rPr>
              <a:t>上限による終了は truncation として記録。未探索の部分があることを出力から判別できる。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9F00CD-95D0-481D-9DBE-2764C0360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191500"/>
            <a:ext cx="13373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0"/>
          </a:solidFill>
          <a:ln xmlns:a="http://schemas.openxmlformats.org/drawingml/2006/main" w="13335">
            <a:solidFill>
              <a:srgbClr val="B8C5CE"/>
            </a:solidFill>
          </a:ln>
        </p:spPr>
        <p:txBody>
          <a:bodyPr xmlns:a="http://schemas.openxmlformats.org/drawingml/2006/main" lIns="171450" tIns="114300" rIns="17145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75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rPr>
              <a:t>探索範囲は登録データと設定に依存する。探索終了は、現実の反応の網羅を意味しない。</a:t>
            </a:r>
          </a:p>
        </p:txBody>
      </p:sp>
    </p:spTree>
    <p:extLst>
      <p:ext uri="{BB962C8B-B14F-4D97-AF65-F5344CB8AC3E}">
        <p14:creationId xmlns:p14="http://schemas.microsoft.com/office/powerpoint/2010/main" val="793664916"/>
      </p:ext>
    </p:extLst>
  </p:cSld>
</p:sld>
</file>

<file path=ppt/slides/extra_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89C11E-2786-4DAE-BC8F-7E87F7735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343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3225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rPr>
              <a:t>11 / 判定レイヤー①：反応一覧へ入れる条件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5AE743-7404-43BE-AB70-6F01D2F93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85875"/>
            <a:ext cx="1333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2637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75" b="0">
                <a:solidFill>
                  <a:srgbClr val="526372"/>
                </a:solidFill>
                <a:latin typeface="Noto Sans CJK JP"/>
                <a:ea typeface="Noto Sans CJK JP"/>
                <a:cs typeface="Noto Sans CJK JP"/>
              </a:rPr>
              <a:t>ここで確認するのは到達可能性と構造的一貫性。反応速度の大きさは比較していない。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043271-AD29-4ED3-8D6A-5B17F4C17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91625"/>
            <a:ext cx="1295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37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0">
                <a:solidFill>
                  <a:srgbClr val="526372"/>
                </a:solidFill>
                <a:latin typeface="Noto Sans CJK JP"/>
                <a:ea typeface="Noto Sans CJK JP"/>
                <a:cs typeface="Noto Sans CJK JP"/>
              </a:rPr>
              <a:t>実装確認：update2_db @ 62c2009  •  出典・設定は発表者ノート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28650" y="2219325"/>
          <a:ext xmlns:a="http://schemas.openxmlformats.org/drawingml/2006/main" cx="13373100" cy="5619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4238625"/>
                <a:gridCol w="3524250"/>
                <a:gridCol w="3419475"/>
              </a:tblGrid>
              <a:tr h="6858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レイヤー</a:t>
                      </a:r>
                    </a:p>
                  </a:txBody>
                  <a:tcPr marL="152400" marR="152400" marT="123825" marB="123825" anchor="ctr">
                    <a:solidFill>
                      <a:srgbClr val="285C8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判定すること</a:t>
                      </a:r>
                    </a:p>
                  </a:txBody>
                  <a:tcPr marL="152400" marR="152400" marT="123825" marB="123825" anchor="ctr">
                    <a:solidFill>
                      <a:srgbClr val="285C8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必要な情報</a:t>
                      </a:r>
                    </a:p>
                  </a:txBody>
                  <a:tcPr marL="152400" marR="152400" marT="123825" marB="123825" anchor="ctr">
                    <a:solidFill>
                      <a:srgbClr val="285C8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通らない場合</a:t>
                      </a:r>
                    </a:p>
                  </a:txBody>
                  <a:tcPr marL="152400" marR="152400" marT="123825" marB="123825" anchor="ctr">
                    <a:solidFill>
                      <a:srgbClr val="285C86"/>
                    </a:solidFill>
                  </a:tcPr>
                </a:tc>
              </a:tr>
              <a:tr h="98679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L0 種の解決</a:t>
                      </a:r>
                    </a:p>
                  </a:txBody>
                  <a:tcPr marL="152400" marR="152400" marT="123825" marB="123825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供給ガスのIDが登録されているか</a:t>
                      </a:r>
                    </a:p>
                  </a:txBody>
                  <a:tcPr marL="152400" marR="152400" marT="123825" marB="123825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種ID・組成・電荷</a:t>
                      </a:r>
                    </a:p>
                  </a:txBody>
                  <a:tcPr marL="152400" marR="152400" marT="123825" marB="123825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未登録の供給ガスは停止</a:t>
                      </a:r>
                    </a:p>
                  </a:txBody>
                  <a:tcPr marL="152400" marR="152400" marT="123825" marB="123825" anchor="ctr">
                    <a:solidFill>
                      <a:srgbClr val="F1F5F7"/>
                    </a:solidFill>
                  </a:tcPr>
                </a:tc>
              </a:tr>
              <a:tr h="98679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L1 到達可能性</a:t>
                      </a:r>
                    </a:p>
                  </a:txBody>
                  <a:tcPr marL="152400" marR="152400" marT="123825" marB="1238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両反応物が既知で、新規種を含むか</a:t>
                      </a:r>
                    </a:p>
                  </a:txBody>
                  <a:tcPr marL="152400" marR="152400" marT="123825" marB="1238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衝突対索引・既知種・新規種</a:t>
                      </a:r>
                    </a:p>
                  </a:txBody>
                  <a:tcPr marL="152400" marR="152400" marT="123825" marB="1238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探索対象へ入れない</a:t>
                      </a:r>
                    </a:p>
                  </a:txBody>
                  <a:tcPr marL="152400" marR="152400" marT="123825" marB="123825" anchor="ctr">
                    <a:solidFill>
                      <a:srgbClr val="FFFFFF"/>
                    </a:solidFill>
                  </a:tcPr>
                </a:tc>
              </a:tr>
              <a:tr h="98679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L2 採用方針</a:t>
                      </a:r>
                    </a:p>
                  </a:txBody>
                  <a:tcPr marL="152400" marR="152400" marT="123825" marB="123825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登録状態と設定に適合するか</a:t>
                      </a:r>
                    </a:p>
                  </a:txBody>
                  <a:tcPr marL="152400" marR="152400" marT="123825" marB="123825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status・任意のデータ必須設定</a:t>
                      </a:r>
                    </a:p>
                  </a:txBody>
                  <a:tcPr marL="152400" marR="152400" marT="123825" marB="123825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チャネルを除外</a:t>
                      </a:r>
                    </a:p>
                  </a:txBody>
                  <a:tcPr marL="152400" marR="152400" marT="123825" marB="123825" anchor="ctr">
                    <a:solidFill>
                      <a:srgbClr val="F1F5F7"/>
                    </a:solidFill>
                  </a:tcPr>
                </a:tc>
              </a:tr>
              <a:tr h="98679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L3 構造の検証</a:t>
                      </a:r>
                    </a:p>
                  </a:txBody>
                  <a:tcPr marL="152400" marR="152400" marT="123825" marB="1238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種参照・元素数・電荷が整合するか</a:t>
                      </a:r>
                    </a:p>
                  </a:txBody>
                  <a:tcPr marL="152400" marR="152400" marT="123825" marB="1238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化学量論係数・組成・電荷</a:t>
                      </a:r>
                    </a:p>
                  </a:txBody>
                  <a:tcPr marL="152400" marR="152400" marT="123825" marB="1238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保存則の失敗は除外</a:t>
                      </a:r>
                    </a:p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不明は既定で保持可能</a:t>
                      </a:r>
                    </a:p>
                  </a:txBody>
                  <a:tcPr marL="152400" marR="152400" marT="123825" marB="123825" anchor="ctr">
                    <a:solidFill>
                      <a:srgbClr val="FFFFFF"/>
                    </a:solidFill>
                  </a:tcPr>
                </a:tc>
              </a:tr>
              <a:tr h="98679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L4 展開制御</a:t>
                      </a:r>
                    </a:p>
                  </a:txBody>
                  <a:tcPr marL="152400" marR="152400" marT="123825" marB="123825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種・反応・深さの上限内か</a:t>
                      </a:r>
                    </a:p>
                  </a:txBody>
                  <a:tcPr marL="152400" marR="152400" marT="123825" marB="123825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現在の件数・伝播対象・上限</a:t>
                      </a:r>
                    </a:p>
                  </a:txBody>
                  <a:tcPr marL="152400" marR="152400" marT="123825" marB="123825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打切り／追加を制限し記録</a:t>
                      </a:r>
                    </a:p>
                  </a:txBody>
                  <a:tcPr marL="152400" marR="152400" marT="123825" marB="123825" anchor="ctr">
                    <a:solidFill>
                      <a:srgbClr val="F1F5F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515DA5-BFAF-4647-B613-6E77981F8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191500"/>
            <a:ext cx="13373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0"/>
          </a:solidFill>
          <a:ln xmlns:a="http://schemas.openxmlformats.org/drawingml/2006/main" w="13335">
            <a:solidFill>
              <a:srgbClr val="B8C5CE"/>
            </a:solidFill>
          </a:ln>
        </p:spPr>
        <p:txBody>
          <a:bodyPr xmlns:a="http://schemas.openxmlformats.org/drawingml/2006/main" lIns="171450" tIns="114300" rIns="17145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75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rPr>
              <a:t>既定では欠損を含む反応も保持できる。データ必須設定と、専門家の採否判断を分けて使う。</a:t>
            </a:r>
          </a:p>
        </p:txBody>
      </p:sp>
    </p:spTree>
    <p:extLst>
      <p:ext uri="{BB962C8B-B14F-4D97-AF65-F5344CB8AC3E}">
        <p14:creationId xmlns:p14="http://schemas.microsoft.com/office/powerpoint/2010/main" val="2005596062"/>
      </p:ext>
    </p:extLst>
  </p:cSld>
</p:sld>
</file>

<file path=ppt/slides/extra_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D9AB28-2870-4740-8BE3-683814F95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343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3225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rPr>
              <a:t>12 / 機械的な反応式生成：現在のテンプレートは2種類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0D2ABC-E32A-4034-B626-9E2F5DF9F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85875"/>
            <a:ext cx="1333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2637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75" b="0">
                <a:solidFill>
                  <a:srgbClr val="526372"/>
                </a:solidFill>
                <a:latin typeface="Noto Sans CJK JP"/>
                <a:ea typeface="Noto Sans CJK JP"/>
                <a:cs typeface="Noto Sans CJK JP"/>
              </a:rPr>
              <a:t>推定は任意機能で既定では無効。反応の存在や確率を予測する量子化学計算ではない。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6444BB-DE99-4A94-9937-26501A36A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91625"/>
            <a:ext cx="1295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37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0">
                <a:solidFill>
                  <a:srgbClr val="526372"/>
                </a:solidFill>
                <a:latin typeface="Noto Sans CJK JP"/>
                <a:ea typeface="Noto Sans CJK JP"/>
                <a:cs typeface="Noto Sans CJK JP"/>
              </a:rPr>
              <a:t>実装確認：update2_db @ 62c2009  •  出典・設定は発表者ノート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BAB4DC-9510-4AE3-BD14-170B888D6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05050"/>
            <a:ext cx="6381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8"/>
          </a:solidFill>
          <a:ln xmlns:a="http://schemas.openxmlformats.org/drawingml/2006/main" w="13335">
            <a:solidFill>
              <a:srgbClr val="B8C5CE"/>
            </a:solidFill>
          </a:ln>
        </p:spPr>
        <p:txBody>
          <a:bodyPr xmlns:a="http://schemas.openxmlformats.org/drawingml/2006/main" lIns="171450" tIns="114300" rIns="17145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250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rPr>
              <a:t>① 親分子の電離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49D61A-BD89-481D-9DDB-F57B865B7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05050"/>
            <a:ext cx="6381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0"/>
          </a:solidFill>
          <a:ln xmlns:a="http://schemas.openxmlformats.org/drawingml/2006/main" w="13335">
            <a:solidFill>
              <a:srgbClr val="B8C5CE"/>
            </a:solidFill>
          </a:ln>
        </p:spPr>
        <p:txBody>
          <a:bodyPr xmlns:a="http://schemas.openxmlformats.org/drawingml/2006/main" lIns="171450" tIns="114300" rIns="17145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250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rPr>
              <a:t>② 親分子への電荷移動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308B66-ACBD-4786-9CF3-A17B19F70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19450"/>
            <a:ext cx="5810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5C86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3300" b="1">
                <a:solidFill>
                  <a:srgbClr val="285C86"/>
                </a:solidFill>
                <a:latin typeface="Noto Sans CJK JP"/>
                <a:ea typeface="Noto Sans CJK JP"/>
                <a:cs typeface="Noto Sans CJK JP"/>
              </a:rPr>
              <a:t>e⁻ + M → 2e⁻ + M⁺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97DC02-0E94-4E0E-8310-C77861571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19450"/>
            <a:ext cx="571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39776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3300" b="1">
                <a:solidFill>
                  <a:srgbClr val="397762"/>
                </a:solidFill>
                <a:latin typeface="Noto Sans CJK JP"/>
                <a:ea typeface="Noto Sans CJK JP"/>
                <a:cs typeface="Noto Sans CJK JP"/>
              </a:rPr>
              <a:t>A⁺ + M → A + M⁺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FC3D06-3D68-4913-B739-8AF73D519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05300"/>
            <a:ext cx="5715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75" b="0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rPr>
              <a:t>入力：登録された中性種 M</a:t>
            </a:r>
          </a:p>
          <a:p xmlns:a="http://schemas.openxmlformats.org/drawingml/2006/main">
            <a:pPr>
              <a:defRPr sz="2175" b="0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75" b="0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rPr>
              <a:t>操作：組成を保ち、親陽イオンを解決</a:t>
            </a:r>
          </a:p>
          <a:p xmlns:a="http://schemas.openxmlformats.org/drawingml/2006/main">
            <a:pPr>
              <a:defRPr sz="2175" b="0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75" b="0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rPr>
              <a:t>出力：電離チャネルの候補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7CDB0A-5BE4-4DD9-B6B7-AB78D0D5B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305300"/>
            <a:ext cx="5715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75" b="0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rPr>
              <a:t>入力：正イオン A⁺ と中性種 M</a:t>
            </a:r>
          </a:p>
          <a:p xmlns:a="http://schemas.openxmlformats.org/drawingml/2006/main">
            <a:pPr>
              <a:defRPr sz="2175" b="0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75" b="0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rPr>
              <a:t>操作：A の中性種と M⁺ を解決</a:t>
            </a:r>
          </a:p>
          <a:p xmlns:a="http://schemas.openxmlformats.org/drawingml/2006/main">
            <a:pPr>
              <a:defRPr sz="2175" b="0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75" b="0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rPr>
              <a:t>出力：電荷移動チャネルの候補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568800-0927-4C9E-A42A-C1DB25B2E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181725"/>
            <a:ext cx="571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2E7"/>
          </a:solidFill>
          <a:ln xmlns:a="http://schemas.openxmlformats.org/drawingml/2006/main" w="13335">
            <a:solidFill>
              <a:srgbClr val="B8C5CE"/>
            </a:solidFill>
          </a:ln>
        </p:spPr>
        <p:txBody>
          <a:bodyPr xmlns:a="http://schemas.openxmlformats.org/drawingml/2006/main" lIns="171450" tIns="114300" rIns="17145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75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rPr>
              <a:t>未決定：しきい値・σ(E)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58D26B-56F7-4E6C-AEFF-FCC422A20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6181725"/>
            <a:ext cx="571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2E7"/>
          </a:solidFill>
          <a:ln xmlns:a="http://schemas.openxmlformats.org/drawingml/2006/main" w="13335">
            <a:solidFill>
              <a:srgbClr val="B8C5CE"/>
            </a:solidFill>
          </a:ln>
        </p:spPr>
        <p:txBody>
          <a:bodyPr xmlns:a="http://schemas.openxmlformats.org/drawingml/2006/main" lIns="171450" tIns="114300" rIns="17145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75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rPr>
              <a:t>未決定：反応エネルギー ΔE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C449BE-27E3-41B1-9F2F-449D5E2A6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162800"/>
            <a:ext cx="1323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00" b="0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rPr>
              <a:t>種候補には親イオン・1原子脱離の規則もある。解離反応チャネルを網羅的に生成する実装はない。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E0913F-900F-423A-A382-1DEBF2F91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191500"/>
            <a:ext cx="13373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0"/>
          </a:solidFill>
          <a:ln xmlns:a="http://schemas.openxmlformats.org/drawingml/2006/main" w="13335">
            <a:solidFill>
              <a:srgbClr val="B8C5CE"/>
            </a:solidFill>
          </a:ln>
        </p:spPr>
        <p:txBody>
          <a:bodyPr xmlns:a="http://schemas.openxmlformats.org/drawingml/2006/main" lIns="171450" tIns="114300" rIns="17145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75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rPr>
              <a:t>両反応テンプレートの評価点は固定値 0.55。データから学習した反応確率・収率・速度定数ではない。</a:t>
            </a:r>
          </a:p>
        </p:txBody>
      </p:sp>
    </p:spTree>
    <p:extLst>
      <p:ext uri="{BB962C8B-B14F-4D97-AF65-F5344CB8AC3E}">
        <p14:creationId xmlns:p14="http://schemas.microsoft.com/office/powerpoint/2010/main" val="476668041"/>
      </p:ext>
    </p:extLst>
  </p:cSld>
</p:sld>
</file>

<file path=ppt/slides/extra_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9391650" y="2886075"/>
            <a:ext cx="10953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85C86"/>
            </a:solidFill>
            <a:tailEnd type="triangle" w="med" len="med"/>
          </a:ln>
        </p:spPr>
      </p:cxnSp>
      <p:cxnSp>
        <p:nvCxnSpPr>
          <p:cNvPr id="17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4010025" y="2886075"/>
            <a:ext cx="10953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85C86"/>
            </a:solidFill>
            <a:tailEnd type="triangle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548FB5-F65D-411B-9916-8D7EE1B47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343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3225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rPr>
              <a:t>13 / 推定候補は、どの段階でふるいにかけられるか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7F6B10-693E-4B11-A43B-49005A60C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85875"/>
            <a:ext cx="1333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2637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75" b="0">
                <a:solidFill>
                  <a:srgbClr val="526372"/>
                </a:solidFill>
                <a:latin typeface="Noto Sans CJK JP"/>
                <a:ea typeface="Noto Sans CJK JP"/>
                <a:cs typeface="Noto Sans CJK JP"/>
              </a:rPr>
              <a:t>既存の概念図（7枚目）を、実装上の順序と検査範囲で具体化する。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9F37B5-DE4E-4FB8-A72F-AF9FD0F86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91625"/>
            <a:ext cx="1295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37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0">
                <a:solidFill>
                  <a:srgbClr val="526372"/>
                </a:solidFill>
                <a:latin typeface="Noto Sans CJK JP"/>
                <a:ea typeface="Noto Sans CJK JP"/>
                <a:cs typeface="Noto Sans CJK JP"/>
              </a:rPr>
              <a:t>実装確認：update2_db @ 62c2009  •  出典・設定は発表者ノート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C5F359-A505-47FD-93BB-56ACF26DE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09825"/>
            <a:ext cx="33813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8"/>
          </a:solidFill>
          <a:ln xmlns:a="http://schemas.openxmlformats.org/drawingml/2006/main" w="13335">
            <a:solidFill>
              <a:srgbClr val="B8C5CE"/>
            </a:solidFill>
          </a:ln>
        </p:spPr>
        <p:txBody>
          <a:bodyPr xmlns:a="http://schemas.openxmlformats.org/drawingml/2006/main" lIns="171450" tIns="114300" rIns="17145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250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rPr>
              <a:t>テンプレート生成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60B03E-2EDC-4B6E-BBDF-A5158CD76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409825"/>
            <a:ext cx="4286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8"/>
          </a:solidFill>
          <a:ln xmlns:a="http://schemas.openxmlformats.org/drawingml/2006/main" w="13335">
            <a:solidFill>
              <a:srgbClr val="B8C5CE"/>
            </a:solidFill>
          </a:ln>
        </p:spPr>
        <p:txBody>
          <a:bodyPr xmlns:a="http://schemas.openxmlformats.org/drawingml/2006/main" lIns="171450" tIns="114300" rIns="17145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250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rPr>
              <a:t>候補側の絞り込み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025501-055F-412D-9769-99F30AC59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2409825"/>
            <a:ext cx="35147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8"/>
          </a:solidFill>
          <a:ln xmlns:a="http://schemas.openxmlformats.org/drawingml/2006/main" w="13335">
            <a:solidFill>
              <a:srgbClr val="B8C5CE"/>
            </a:solidFill>
          </a:ln>
        </p:spPr>
        <p:txBody>
          <a:bodyPr xmlns:a="http://schemas.openxmlformats.org/drawingml/2006/main" lIns="171450" tIns="114300" rIns="17145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250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rPr>
              <a:t>ネットワークへ組込み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BAEADD-FC06-4633-AFDD-9A3F8D6FC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62375"/>
            <a:ext cx="3429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00" b="0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rPr>
              <a:t>反応式・推定根拠を作成</a:t>
            </a:r>
          </a:p>
          <a:p xmlns:a="http://schemas.openxmlformats.org/drawingml/2006/main">
            <a:pPr>
              <a:defRPr sz="2100" b="0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00" b="0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rPr>
              <a:t>未知の物理量は欠損のまま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70F945-4014-4FBB-830E-A28C17DB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762375"/>
            <a:ext cx="4286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75" b="0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rPr>
              <a:t>同じ反応IDを除外</a:t>
            </a:r>
          </a:p>
          <a:p xmlns:a="http://schemas.openxmlformats.org/drawingml/2006/main">
            <a:pPr>
              <a:defRPr sz="2175" b="0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75" b="0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rPr>
              <a:t>評価点 ≥ 設定しきい値</a:t>
            </a:r>
          </a:p>
          <a:p xmlns:a="http://schemas.openxmlformats.org/drawingml/2006/main">
            <a:pPr>
              <a:defRPr sz="2175" b="0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75" b="0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rPr>
              <a:t>生成物エントリ数 ≤ 上限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8624DB-F803-4A7A-8CD1-B17999560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3762375"/>
            <a:ext cx="35147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00" b="0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rPr>
              <a:t>採用状態・設定を確認</a:t>
            </a:r>
          </a:p>
          <a:p xmlns:a="http://schemas.openxmlformats.org/drawingml/2006/main">
            <a:pPr>
              <a:defRPr sz="2100" b="0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00" b="0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rPr>
              <a:t>種参照・元素・電荷を検証</a:t>
            </a:r>
          </a:p>
          <a:p xmlns:a="http://schemas.openxmlformats.org/drawingml/2006/main">
            <a:pPr>
              <a:defRPr sz="2100" b="0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00" b="0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rPr>
              <a:t>失敗した反応は除外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9C801D-30C9-4C22-9189-6EAF1C737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72175"/>
            <a:ext cx="4667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2E7"/>
          </a:solidFill>
          <a:ln xmlns:a="http://schemas.openxmlformats.org/drawingml/2006/main" w="13335">
            <a:solidFill>
              <a:srgbClr val="B8C5CE"/>
            </a:solidFill>
          </a:ln>
        </p:spPr>
        <p:txBody>
          <a:bodyPr xmlns:a="http://schemas.openxmlformats.org/drawingml/2006/main" lIns="171450" tIns="114300" rIns="17145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75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rPr>
              <a:t>候補だけを書き出す経路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C3EFCD-355F-4D28-829D-FBD0D7535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5876925"/>
            <a:ext cx="82105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75" b="0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rPr>
              <a:t>候補レジストリへの出力と、反応網への組込みは別経路。</a:t>
            </a:r>
          </a:p>
          <a:p xmlns:a="http://schemas.openxmlformats.org/drawingml/2006/main">
            <a:pPr>
              <a:defRPr sz="2175" b="0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75" b="0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rPr>
              <a:t>候補ファイルに出たことを「保存則検査済み」と解釈しない。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2C8BB7-3288-4273-92DA-90F64E305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818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945C1E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00" b="1">
                <a:solidFill>
                  <a:srgbClr val="945C1E"/>
                </a:solidFill>
                <a:latin typeface="Noto Sans CJK JP"/>
                <a:ea typeface="Noto Sans CJK JP"/>
                <a:cs typeface="Noto Sans CJK JP"/>
              </a:rPr>
              <a:t>現在の hard_filters は生成物数の検査のみ。同じ反応式でも異なるIDなら重複が残り得る。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B4D6AA-221E-420A-BFD0-3D6F8F47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191500"/>
            <a:ext cx="13373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0"/>
          </a:solidFill>
          <a:ln xmlns:a="http://schemas.openxmlformats.org/drawingml/2006/main" w="13335">
            <a:solidFill>
              <a:srgbClr val="B8C5CE"/>
            </a:solidFill>
          </a:ln>
        </p:spPr>
        <p:txBody>
          <a:bodyPr xmlns:a="http://schemas.openxmlformats.org/drawingml/2006/main" lIns="171450" tIns="114300" rIns="17145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75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rPr>
              <a:t>候補生成 → 既存データとの照合 → 物理的妥当性のレビュー → 明示的な登録。</a:t>
            </a:r>
          </a:p>
        </p:txBody>
      </p:sp>
    </p:spTree>
    <p:extLst>
      <p:ext uri="{BB962C8B-B14F-4D97-AF65-F5344CB8AC3E}">
        <p14:creationId xmlns:p14="http://schemas.microsoft.com/office/powerpoint/2010/main" val="456918241"/>
      </p:ext>
    </p:extLst>
  </p:cSld>
</p:sld>
</file>

<file path=ppt/slides/extra_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490610-0C4A-44AA-9C1C-EA4F88713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343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3225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rPr>
              <a:t>14 / 保存則で分かること：CF₄ の解離電離を例に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7C355B-6574-494B-8512-017FA7278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85875"/>
            <a:ext cx="1333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2637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75" b="0">
                <a:solidFill>
                  <a:srgbClr val="526372"/>
                </a:solidFill>
                <a:latin typeface="Noto Sans CJK JP"/>
                <a:ea typeface="Noto Sans CJK JP"/>
                <a:cs typeface="Noto Sans CJK JP"/>
              </a:rPr>
              <a:t>元素と電荷の整合は必要条件。チャネルの実在性や支配性を保証する条件ではない。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E30B6E-C220-4A48-A098-DA167F379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91625"/>
            <a:ext cx="1295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37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0">
                <a:solidFill>
                  <a:srgbClr val="526372"/>
                </a:solidFill>
                <a:latin typeface="Noto Sans CJK JP"/>
                <a:ea typeface="Noto Sans CJK JP"/>
                <a:cs typeface="Noto Sans CJK JP"/>
              </a:rPr>
              <a:t>実装確認：update2_db @ 62c2009  •  出典・設定は発表者ノート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BBCB6F-E088-4ABC-87FA-6346CDB69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314575"/>
            <a:ext cx="112014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8"/>
          </a:solidFill>
          <a:ln xmlns:a="http://schemas.openxmlformats.org/drawingml/2006/main" w="13335">
            <a:solidFill>
              <a:srgbClr val="B8C5CE"/>
            </a:solidFill>
          </a:ln>
        </p:spPr>
        <p:txBody>
          <a:bodyPr xmlns:a="http://schemas.openxmlformats.org/drawingml/2006/main" lIns="171450" tIns="114300" rIns="17145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525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3525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rPr>
              <a:t>e⁻ + CF₄  →  2e⁻ + CF₃⁺ + F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28650" y="3857625"/>
          <a:ext xmlns:a="http://schemas.openxmlformats.org/drawingml/2006/main" cx="13373100" cy="300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3314700"/>
                <a:gridCol w="3314700"/>
                <a:gridCol w="3314700"/>
              </a:tblGrid>
              <a:tr h="6858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照合する量</a:t>
                      </a:r>
                    </a:p>
                  </a:txBody>
                  <a:tcPr marL="152400" marR="152400" marT="123825" marB="123825" anchor="ctr">
                    <a:solidFill>
                      <a:srgbClr val="285C8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反応物の合計</a:t>
                      </a:r>
                    </a:p>
                  </a:txBody>
                  <a:tcPr marL="152400" marR="152400" marT="123825" marB="123825" anchor="ctr">
                    <a:solidFill>
                      <a:srgbClr val="285C8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生成物の合計</a:t>
                      </a:r>
                    </a:p>
                  </a:txBody>
                  <a:tcPr marL="152400" marR="152400" marT="123825" marB="123825" anchor="ctr">
                    <a:solidFill>
                      <a:srgbClr val="285C8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判定</a:t>
                      </a:r>
                    </a:p>
                  </a:txBody>
                  <a:tcPr marL="152400" marR="152400" marT="123825" marB="123825" anchor="ctr">
                    <a:solidFill>
                      <a:srgbClr val="285C86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炭素 C</a:t>
                      </a:r>
                    </a:p>
                  </a:txBody>
                  <a:tcPr marL="152400" marR="152400" marT="123825" marB="123825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1</a:t>
                      </a:r>
                    </a:p>
                  </a:txBody>
                  <a:tcPr marL="152400" marR="152400" marT="123825" marB="123825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1</a:t>
                      </a:r>
                    </a:p>
                  </a:txBody>
                  <a:tcPr marL="152400" marR="152400" marT="123825" marB="123825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一致</a:t>
                      </a:r>
                    </a:p>
                  </a:txBody>
                  <a:tcPr marL="152400" marR="152400" marT="123825" marB="123825" anchor="ctr">
                    <a:solidFill>
                      <a:srgbClr val="F1F5F7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フッ素 F</a:t>
                      </a:r>
                    </a:p>
                  </a:txBody>
                  <a:tcPr marL="152400" marR="152400" marT="123825" marB="1238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4</a:t>
                      </a:r>
                    </a:p>
                  </a:txBody>
                  <a:tcPr marL="152400" marR="152400" marT="123825" marB="1238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3 + 1 = 4</a:t>
                      </a:r>
                    </a:p>
                  </a:txBody>
                  <a:tcPr marL="152400" marR="152400" marT="123825" marB="1238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一致</a:t>
                      </a:r>
                    </a:p>
                  </a:txBody>
                  <a:tcPr marL="152400" marR="152400" marT="123825" marB="123825" anchor="ctr">
                    <a:solidFill>
                      <a:srgbClr val="FFFFFF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電荷 q / e</a:t>
                      </a:r>
                    </a:p>
                  </a:txBody>
                  <a:tcPr marL="152400" marR="152400" marT="123825" marB="123825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−1</a:t>
                      </a:r>
                    </a:p>
                  </a:txBody>
                  <a:tcPr marL="152400" marR="152400" marT="123825" marB="123825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−2 + 1 = −1</a:t>
                      </a:r>
                    </a:p>
                  </a:txBody>
                  <a:tcPr marL="152400" marR="152400" marT="123825" marB="123825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一致</a:t>
                      </a:r>
                    </a:p>
                  </a:txBody>
                  <a:tcPr marL="152400" marR="152400" marT="123825" marB="123825" anchor="ctr">
                    <a:solidFill>
                      <a:srgbClr val="F1F5F7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AC965E-3B9A-45D1-8BF1-B8131A878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172325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945C1E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250" b="1">
                <a:solidFill>
                  <a:srgbClr val="945C1E"/>
                </a:solidFill>
                <a:latin typeface="Noto Sans CJK JP"/>
                <a:ea typeface="Noto Sans CJK JP"/>
                <a:cs typeface="Noto Sans CJK JP"/>
              </a:rPr>
              <a:t>さらに必要な判断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7CB816-B4D7-4F8E-BB1B-B6CCF750C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7172325"/>
            <a:ext cx="9953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00" b="0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rPr>
              <a:t>生成物の電子状態／出現しきい値／分岐比／σ(E)／適用エネルギー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DD388F-F4F5-496C-9619-BDA6008DB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191500"/>
            <a:ext cx="13373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0"/>
          </a:solidFill>
          <a:ln xmlns:a="http://schemas.openxmlformats.org/drawingml/2006/main" w="13335">
            <a:solidFill>
              <a:srgbClr val="B8C5CE"/>
            </a:solidFill>
          </a:ln>
        </p:spPr>
        <p:txBody>
          <a:bodyPr xmlns:a="http://schemas.openxmlformats.org/drawingml/2006/main" lIns="171450" tIns="114300" rIns="17145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75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rPr>
              <a:t>この検査に衝突断面積や生成エンタルピーは不要。保存則を通った後に、別のデータと判断が必要になる。</a:t>
            </a:r>
          </a:p>
        </p:txBody>
      </p:sp>
    </p:spTree>
    <p:extLst>
      <p:ext uri="{BB962C8B-B14F-4D97-AF65-F5344CB8AC3E}">
        <p14:creationId xmlns:p14="http://schemas.microsoft.com/office/powerpoint/2010/main" val="1190114946"/>
      </p:ext>
    </p:extLst>
  </p:cSld>
</p:sld>
</file>

<file path=ppt/slides/extra_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6EAA83-D4C9-455D-A128-BB4481B2E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343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3225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rPr>
              <a:t>15 / 外部データは「何を判断したいか」で必要量が変わる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05C8E9-7ACF-4303-8574-73010656A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85875"/>
            <a:ext cx="1333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2637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75" b="0">
                <a:solidFill>
                  <a:srgbClr val="526372"/>
                </a:solidFill>
                <a:latin typeface="Noto Sans CJK JP"/>
                <a:ea typeface="Noto Sans CJK JP"/>
                <a:cs typeface="Noto Sans CJK JP"/>
              </a:rPr>
              <a:t>外部資料は事前に整備して登録する。反応式の列挙だけなら、数値データの欠損を残せる。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50F933-E292-4990-A632-87071904F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91625"/>
            <a:ext cx="1295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37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0">
                <a:solidFill>
                  <a:srgbClr val="526372"/>
                </a:solidFill>
                <a:latin typeface="Noto Sans CJK JP"/>
                <a:ea typeface="Noto Sans CJK JP"/>
                <a:cs typeface="Noto Sans CJK JP"/>
              </a:rPr>
              <a:t>実装確認：update2_db @ 62c2009  •  出典・設定は発表者ノート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28650" y="2266950"/>
          <a:ext xmlns:a="http://schemas.openxmlformats.org/drawingml/2006/main" cx="13373100" cy="5581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19375"/>
                <a:gridCol w="3781425"/>
                <a:gridCol w="3657600"/>
                <a:gridCol w="3314700"/>
              </a:tblGrid>
              <a:tr h="6858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用途・判定</a:t>
                      </a:r>
                    </a:p>
                  </a:txBody>
                  <a:tcPr marL="152400" marR="152400" marT="123825" marB="123825" anchor="ctr">
                    <a:solidFill>
                      <a:srgbClr val="285C8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必要な情報</a:t>
                      </a:r>
                    </a:p>
                  </a:txBody>
                  <a:tcPr marL="152400" marR="152400" marT="123825" marB="123825" anchor="ctr">
                    <a:solidFill>
                      <a:srgbClr val="285C8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用意するデータの例</a:t>
                      </a:r>
                    </a:p>
                  </a:txBody>
                  <a:tcPr marL="152400" marR="152400" marT="123825" marB="123825" anchor="ctr">
                    <a:solidFill>
                      <a:srgbClr val="285C8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未整備の場合</a:t>
                      </a:r>
                    </a:p>
                  </a:txBody>
                  <a:tcPr marL="152400" marR="152400" marT="123825" marB="123825" anchor="ctr">
                    <a:solidFill>
                      <a:srgbClr val="285C86"/>
                    </a:solidFill>
                  </a:tcPr>
                </a:tc>
              </a:tr>
              <a:tr h="1223963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反応網・保存則</a:t>
                      </a:r>
                    </a:p>
                  </a:txBody>
                  <a:tcPr marL="152400" marR="152400" marT="123825" marB="123825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種ID、組成、電荷</a:t>
                      </a:r>
                    </a:p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反応物・生成物・係数</a:t>
                      </a:r>
                    </a:p>
                  </a:txBody>
                  <a:tcPr marL="152400" marR="152400" marT="123825" marB="123825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化学種台帳、反応チャネル</a:t>
                      </a:r>
                    </a:p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出典・登録状態</a:t>
                      </a:r>
                    </a:p>
                  </a:txBody>
                  <a:tcPr marL="152400" marR="152400" marT="123825" marB="123825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未知／不整合を記録</a:t>
                      </a:r>
                    </a:p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設定に応じ保持・除外</a:t>
                      </a:r>
                    </a:p>
                  </a:txBody>
                  <a:tcPr marL="152400" marR="152400" marT="123825" marB="123825" anchor="ctr">
                    <a:solidFill>
                      <a:srgbClr val="F1F5F7"/>
                    </a:solidFill>
                  </a:tcPr>
                </a:tc>
              </a:tr>
              <a:tr h="1223963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電子衝突の数値入力</a:t>
                      </a:r>
                    </a:p>
                  </a:txBody>
                  <a:tcPr marL="152400" marR="152400" marT="123825" marB="1238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チャネルに対応した σ(E)</a:t>
                      </a:r>
                    </a:p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単位・範囲・出典</a:t>
                      </a:r>
                    </a:p>
                  </a:txBody>
                  <a:tcPr marL="152400" marR="152400" marT="123825" marB="1238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測定／計算データ、公開DB</a:t>
                      </a:r>
                    </a:p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数値ファイルへの参照</a:t>
                      </a:r>
                    </a:p>
                  </a:txBody>
                  <a:tcPr marL="152400" marR="152400" marT="123825" marB="1238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既定では反応を保持</a:t>
                      </a:r>
                    </a:p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未登録データを報告</a:t>
                      </a:r>
                    </a:p>
                  </a:txBody>
                  <a:tcPr marL="152400" marR="152400" marT="123825" marB="123825" anchor="ctr">
                    <a:solidFill>
                      <a:srgbClr val="FFFFFF"/>
                    </a:solidFill>
                  </a:tcPr>
                </a:tc>
              </a:tr>
              <a:tr h="1223963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反応エネルギー補完</a:t>
                      </a:r>
                    </a:p>
                  </a:txBody>
                  <a:tcPr marL="152400" marR="152400" marT="123825" marB="123825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全参加種の生成エンタルピー</a:t>
                      </a:r>
                    </a:p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同一基準・状態・単位</a:t>
                      </a:r>
                    </a:p>
                  </a:txBody>
                  <a:tcPr marL="152400" marR="152400" marT="123825" marB="123825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熱化学資料からの登録値</a:t>
                      </a:r>
                    </a:p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値ごとの出典</a:t>
                      </a:r>
                    </a:p>
                  </a:txBody>
                  <a:tcPr marL="152400" marR="152400" marT="123825" marB="123825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ΔE を未解決のまま残す</a:t>
                      </a:r>
                    </a:p>
                  </a:txBody>
                  <a:tcPr marL="152400" marR="152400" marT="123825" marB="123825" anchor="ctr">
                    <a:solidFill>
                      <a:srgbClr val="F1F5F7"/>
                    </a:solidFill>
                  </a:tcPr>
                </a:tc>
              </a:tr>
              <a:tr h="1223963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DNT 入力の準備</a:t>
                      </a:r>
                    </a:p>
                  </a:txBody>
                  <a:tcPr marL="152400" marR="152400" marT="123825" marB="1238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質量・電荷、α・μD・半径</a:t>
                      </a:r>
                    </a:p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チャネル分類・しきい値・ΔE</a:t>
                      </a:r>
                    </a:p>
                  </a:txBody>
                  <a:tcPr marL="152400" marR="152400" marT="123825" marB="1238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分子物性とチャネル物理量</a:t>
                      </a:r>
                    </a:p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必要項目を個別登録</a:t>
                      </a:r>
                    </a:p>
                  </a:txBody>
                  <a:tcPr marL="152400" marR="152400" marT="123825" marB="1238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物性不足とチャネル不足を</a:t>
                      </a:r>
                    </a:p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分けて表示</a:t>
                      </a:r>
                    </a:p>
                  </a:txBody>
                  <a:tcPr marL="152400" marR="152400" marT="123825" marB="1238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A2A086-DCD7-48B5-B47C-5B17A1793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191500"/>
            <a:ext cx="13373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0"/>
          </a:solidFill>
          <a:ln xmlns:a="http://schemas.openxmlformats.org/drawingml/2006/main" w="13335">
            <a:solidFill>
              <a:srgbClr val="B8C5CE"/>
            </a:solidFill>
          </a:ln>
        </p:spPr>
        <p:txBody>
          <a:bodyPr xmlns:a="http://schemas.openxmlformats.org/drawingml/2006/main" lIns="171450" tIns="114300" rIns="17145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75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rPr>
              <a:t>値の存在と、対象条件での妥当性は別。専門家が状態・適用範囲・出典を確認する。</a:t>
            </a:r>
          </a:p>
        </p:txBody>
      </p:sp>
    </p:spTree>
    <p:extLst>
      <p:ext uri="{BB962C8B-B14F-4D97-AF65-F5344CB8AC3E}">
        <p14:creationId xmlns:p14="http://schemas.microsoft.com/office/powerpoint/2010/main" val="203897763"/>
      </p:ext>
    </p:extLst>
  </p:cSld>
</p:sld>
</file>

<file path=ppt/slides/extra_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F627F2-CC4F-4089-98AB-64C62B64D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343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3225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rPr>
              <a:t>16 / データ補完：断面積の対応付けと、ΔE の計算を分離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B4D5E8-76E0-42B2-A57D-812851976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85875"/>
            <a:ext cx="1333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2637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75" b="0">
                <a:solidFill>
                  <a:srgbClr val="526372"/>
                </a:solidFill>
                <a:latin typeface="Noto Sans CJK JP"/>
                <a:ea typeface="Noto Sans CJK JP"/>
                <a:cs typeface="Noto Sans CJK JP"/>
              </a:rPr>
              <a:t>同じ反応式に複数のデータセットを残せる。数値の登録状態と科学的な採否を混同しない。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E5D28B-C73B-4FCC-9671-DF21800CF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91625"/>
            <a:ext cx="1295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37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0">
                <a:solidFill>
                  <a:srgbClr val="526372"/>
                </a:solidFill>
                <a:latin typeface="Noto Sans CJK JP"/>
                <a:ea typeface="Noto Sans CJK JP"/>
                <a:cs typeface="Noto Sans CJK JP"/>
              </a:rPr>
              <a:t>実装確認：update2_db @ 62c2009  •  出典・設定は発表者ノート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79AD8C-D2A8-42BC-8ED9-30C60A076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86000"/>
            <a:ext cx="6429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8"/>
          </a:solidFill>
          <a:ln xmlns:a="http://schemas.openxmlformats.org/drawingml/2006/main" w="13335">
            <a:solidFill>
              <a:srgbClr val="B8C5CE"/>
            </a:solidFill>
          </a:ln>
        </p:spPr>
        <p:txBody>
          <a:bodyPr xmlns:a="http://schemas.openxmlformats.org/drawingml/2006/main" lIns="171450" tIns="114300" rIns="17145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75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rPr>
              <a:t>電子衝突：データセットの対応付け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327D93-7062-4C05-9452-DC6A55930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286000"/>
            <a:ext cx="6429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0"/>
          </a:solidFill>
          <a:ln xmlns:a="http://schemas.openxmlformats.org/drawingml/2006/main" w="13335">
            <a:solidFill>
              <a:srgbClr val="B8C5CE"/>
            </a:solidFill>
          </a:ln>
        </p:spPr>
        <p:txBody>
          <a:bodyPr xmlns:a="http://schemas.openxmlformats.org/drawingml/2006/main" lIns="171450" tIns="114300" rIns="17145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75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rPr>
              <a:t>イオン–中性種：熱化学値から補完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2A59E7-ECB7-47B0-8DF5-E6B9514C9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59721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85C86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400" b="1">
                <a:solidFill>
                  <a:srgbClr val="285C86"/>
                </a:solidFill>
                <a:latin typeface="Noto Sans CJK JP"/>
                <a:ea typeface="Noto Sans CJK JP"/>
                <a:cs typeface="Noto Sans CJK JP"/>
              </a:rPr>
              <a:t>反応ID ↔ σ(E) の数値ファイル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87944E-1809-4FFD-99CC-38E0C547C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52925"/>
            <a:ext cx="5972175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250" b="0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rPr>
              <a:t>反応物・生成物・状態を確認</a:t>
            </a:r>
          </a:p>
          <a:p xmlns:a="http://schemas.openxmlformats.org/drawingml/2006/main">
            <a:pPr>
              <a:defRPr sz="2250" b="0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250" b="0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rPr>
              <a:t>単位・有効範囲・出典を保持</a:t>
            </a:r>
          </a:p>
          <a:p xmlns:a="http://schemas.openxmlformats.org/drawingml/2006/main">
            <a:pPr>
              <a:defRPr sz="2250" b="0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250" b="0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rPr>
              <a:t>パスとファイルの存在を確認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8EC983-FF21-470F-BE46-0ABA57CC0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333750"/>
            <a:ext cx="5915025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39776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475" b="1">
                <a:solidFill>
                  <a:srgbClr val="397762"/>
                </a:solidFill>
                <a:latin typeface="Noto Sans CJK JP"/>
                <a:ea typeface="Noto Sans CJK JP"/>
                <a:cs typeface="Noto Sans CJK JP"/>
              </a:rPr>
              <a:t>ΔE = Σν Hf（生成物）</a:t>
            </a:r>
          </a:p>
          <a:p xmlns:a="http://schemas.openxmlformats.org/drawingml/2006/main">
            <a:pPr>
              <a:defRPr sz="2475" b="1">
                <a:solidFill>
                  <a:srgbClr val="39776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475" b="1">
                <a:solidFill>
                  <a:srgbClr val="397762"/>
                </a:solidFill>
                <a:latin typeface="Noto Sans CJK JP"/>
                <a:ea typeface="Noto Sans CJK JP"/>
                <a:cs typeface="Noto Sans CJK JP"/>
              </a:rPr>
              <a:t>          − Σν Hf（反応物）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97B3C1-96B5-414F-BEBA-95891A8AF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4591050"/>
            <a:ext cx="5915025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250" b="0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rPr>
              <a:t>参加種すべての Hf が必要</a:t>
            </a:r>
          </a:p>
          <a:p xmlns:a="http://schemas.openxmlformats.org/drawingml/2006/main">
            <a:pPr>
              <a:defRPr sz="2250" b="0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250" b="0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rPr>
              <a:t>既存 ΔE は保持し、欠損を補完</a:t>
            </a:r>
          </a:p>
          <a:p xmlns:a="http://schemas.openxmlformats.org/drawingml/2006/main">
            <a:pPr>
              <a:defRPr sz="2250" b="0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250" b="0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rPr>
              <a:t>採用した値・計算根拠を記録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564E9E-E25A-4238-98FC-36F151D7E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534150"/>
            <a:ext cx="59721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2E7"/>
          </a:solidFill>
          <a:ln xmlns:a="http://schemas.openxmlformats.org/drawingml/2006/main" w="13335">
            <a:solidFill>
              <a:srgbClr val="B8C5CE"/>
            </a:solidFill>
          </a:ln>
        </p:spPr>
        <p:txBody>
          <a:bodyPr xmlns:a="http://schemas.openxmlformats.org/drawingml/2006/main" lIns="171450" tIns="114300" rIns="17145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00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rPr>
              <a:t>ファイル存在 ≠ 対象条件での妥当性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5268D0-ABEE-4AA2-B6A8-B8BE3BEEB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6534150"/>
            <a:ext cx="59150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2E7"/>
          </a:solidFill>
          <a:ln xmlns:a="http://schemas.openxmlformats.org/drawingml/2006/main" w="13335">
            <a:solidFill>
              <a:srgbClr val="B8C5CE"/>
            </a:solidFill>
          </a:ln>
        </p:spPr>
        <p:txBody>
          <a:bodyPr xmlns:a="http://schemas.openxmlformats.org/drawingml/2006/main" lIns="171450" tIns="114300" rIns="17145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00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rPr>
              <a:t>ΔE ≠ 活性化障壁・衝突しきい値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BF27E1-C4E6-43C6-B78F-460669743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191500"/>
            <a:ext cx="13373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0"/>
          </a:solidFill>
          <a:ln xmlns:a="http://schemas.openxmlformats.org/drawingml/2006/main" w="13335">
            <a:solidFill>
              <a:srgbClr val="B8C5CE"/>
            </a:solidFill>
          </a:ln>
        </p:spPr>
        <p:txBody>
          <a:bodyPr xmlns:a="http://schemas.openxmlformats.org/drawingml/2006/main" lIns="171450" tIns="114300" rIns="17145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75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rPr>
              <a:t>反応網探索は、全反応の熱化学的な可否判定や σ(E) の新規計算を行わない。</a:t>
            </a:r>
          </a:p>
        </p:txBody>
      </p:sp>
    </p:spTree>
    <p:extLst>
      <p:ext uri="{BB962C8B-B14F-4D97-AF65-F5344CB8AC3E}">
        <p14:creationId xmlns:p14="http://schemas.microsoft.com/office/powerpoint/2010/main" val="342583485"/>
      </p:ext>
    </p:extLst>
  </p:cSld>
</p:sld>
</file>

<file path=ppt/slides/extra_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BFBD70-DF6F-49FB-905A-61F54CCA7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343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3225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rPr>
              <a:t>17 / DNT の準備判定：物性がそろっても、まだ不足し得る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B446D5-7B76-4A3B-9C4D-0F24E1261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85875"/>
            <a:ext cx="1333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2637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75" b="0">
                <a:solidFill>
                  <a:srgbClr val="526372"/>
                </a:solidFill>
                <a:latin typeface="Noto Sans CJK JP"/>
                <a:ea typeface="Noto Sans CJK JP"/>
                <a:cs typeface="Noto Sans CJK JP"/>
              </a:rPr>
              <a:t>ペア物性とチャネル入力を別々に点検し、未定義の値をゼロで埋めない。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9B9811-29B2-4F6D-B4B0-F3725CB24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91625"/>
            <a:ext cx="1295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37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0">
                <a:solidFill>
                  <a:srgbClr val="526372"/>
                </a:solidFill>
                <a:latin typeface="Noto Sans CJK JP"/>
                <a:ea typeface="Noto Sans CJK JP"/>
                <a:cs typeface="Noto Sans CJK JP"/>
              </a:rPr>
              <a:t>実装確認：update2_db @ 62c2009  •  出典・設定は発表者ノート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28650" y="2257425"/>
          <a:ext xmlns:a="http://schemas.openxmlformats.org/drawingml/2006/main" cx="13373100" cy="5476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5257800"/>
                <a:gridCol w="5257800"/>
              </a:tblGrid>
              <a:tr h="6858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確認対象</a:t>
                      </a:r>
                    </a:p>
                  </a:txBody>
                  <a:tcPr marL="152400" marR="152400" marT="123825" marB="123825" anchor="ctr">
                    <a:solidFill>
                      <a:srgbClr val="285C8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必要な情報</a:t>
                      </a:r>
                    </a:p>
                  </a:txBody>
                  <a:tcPr marL="152400" marR="152400" marT="123825" marB="123825" anchor="ctr">
                    <a:solidFill>
                      <a:srgbClr val="285C8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得られる判断</a:t>
                      </a:r>
                    </a:p>
                  </a:txBody>
                  <a:tcPr marL="152400" marR="152400" marT="123825" marB="123825" anchor="ctr">
                    <a:solidFill>
                      <a:srgbClr val="285C86"/>
                    </a:solidFill>
                  </a:tcPr>
                </a:tc>
              </a:tr>
              <a:tr h="1197769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衝突ペアの物性</a:t>
                      </a:r>
                    </a:p>
                  </a:txBody>
                  <a:tcPr marL="152400" marR="152400" marT="123825" marB="123825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イオン：質量・電荷</a:t>
                      </a:r>
                    </a:p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中性種：質量・分極率 α・双極子 μD・衝突半径</a:t>
                      </a:r>
                    </a:p>
                  </a:txBody>
                  <a:tcPr marL="152400" marR="152400" marT="123825" marB="123825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不足 → missing_required_data</a:t>
                      </a:r>
                    </a:p>
                  </a:txBody>
                  <a:tcPr marL="152400" marR="152400" marT="123825" marB="123825" anchor="ctr">
                    <a:solidFill>
                      <a:srgbClr val="F1F5F7"/>
                    </a:solidFill>
                  </a:tcPr>
                </a:tc>
              </a:tr>
              <a:tr h="1197769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モデルの区別</a:t>
                      </a:r>
                    </a:p>
                  </a:txBody>
                  <a:tcPr marL="152400" marR="152400" marT="123825" marB="1238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μD = 0 ／ μD ≠ 0 ／ μD 不明</a:t>
                      </a:r>
                    </a:p>
                  </a:txBody>
                  <a:tcPr marL="152400" marR="152400" marT="123825" marB="1238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DNT+ ／ DNT+DM ／ 未判定</a:t>
                      </a:r>
                    </a:p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実装のゼロ判定許容差は 10⁻⁸ D</a:t>
                      </a:r>
                    </a:p>
                  </a:txBody>
                  <a:tcPr marL="152400" marR="152400" marT="123825" marB="123825" anchor="ctr">
                    <a:solidFill>
                      <a:srgbClr val="FFFFFF"/>
                    </a:solidFill>
                  </a:tcPr>
                </a:tc>
              </a:tr>
              <a:tr h="1197769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チャネルごとの入力</a:t>
                      </a:r>
                    </a:p>
                  </a:txBody>
                  <a:tcPr marL="152400" marR="152400" marT="123825" marB="123825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DNT分類・ΔE</a:t>
                      </a:r>
                    </a:p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非弾性チャネルのしきい値</a:t>
                      </a:r>
                    </a:p>
                  </a:txBody>
                  <a:tcPr marL="152400" marR="152400" marT="123825" marB="123825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分類付きチャネルなし → no_dnt_channels</a:t>
                      </a:r>
                    </a:p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入力不足 → ready_with_warnings</a:t>
                      </a:r>
                    </a:p>
                  </a:txBody>
                  <a:tcPr marL="152400" marR="152400" marT="123825" marB="123825" anchor="ctr">
                    <a:solidFill>
                      <a:srgbClr val="F1F5F7"/>
                    </a:solidFill>
                  </a:tcPr>
                </a:tc>
              </a:tr>
              <a:tr h="1197769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完全な入力準備</a:t>
                      </a:r>
                    </a:p>
                  </a:txBody>
                  <a:tcPr marL="152400" marR="152400" marT="123825" marB="1238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必要なペア物性と</a:t>
                      </a:r>
                    </a:p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対象DNTチャネルの必要入力がそろう</a:t>
                      </a:r>
                    </a:p>
                  </a:txBody>
                  <a:tcPr marL="152400" marR="152400" marT="123825" marB="1238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ready → 外部計算へ渡す入力を出力</a:t>
                      </a:r>
                    </a:p>
                  </a:txBody>
                  <a:tcPr marL="152400" marR="152400" marT="123825" marB="1238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56B4E7-D543-48D5-8834-F3FB6D40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191500"/>
            <a:ext cx="13373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0"/>
          </a:solidFill>
          <a:ln xmlns:a="http://schemas.openxmlformats.org/drawingml/2006/main" w="13335">
            <a:solidFill>
              <a:srgbClr val="B8C5CE"/>
            </a:solidFill>
          </a:ln>
        </p:spPr>
        <p:txBody>
          <a:bodyPr xmlns:a="http://schemas.openxmlformats.org/drawingml/2006/main" lIns="171450" tIns="114300" rIns="17145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75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rPr>
              <a:t>ready は入力準備の判定。DNT計算を実行した結果でも、求めた速度定数の精度保証でもない。</a:t>
            </a:r>
          </a:p>
        </p:txBody>
      </p:sp>
    </p:spTree>
    <p:extLst>
      <p:ext uri="{BB962C8B-B14F-4D97-AF65-F5344CB8AC3E}">
        <p14:creationId xmlns:p14="http://schemas.microsoft.com/office/powerpoint/2010/main" val="1607260814"/>
      </p:ext>
    </p:extLst>
  </p:cSld>
</p:sld>
</file>

<file path=ppt/slides/extra_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B022A3-A493-4E82-BF02-63B859DDB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343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3225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rPr>
              <a:t>18 / 判定レイヤー②：出力を何の判断に使うか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BF6ACD-E108-4D6F-8DBA-323D7AA04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85875"/>
            <a:ext cx="1333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2637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75" b="0">
                <a:solidFill>
                  <a:srgbClr val="526372"/>
                </a:solidFill>
                <a:latin typeface="Noto Sans CJK JP"/>
                <a:ea typeface="Noto Sans CJK JP"/>
                <a:cs typeface="Noto Sans CJK JP"/>
              </a:rPr>
              <a:t>診断は不足を探す入口。専門家が対象プラズマへの適用を判断するための情報をそろえる。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26B870-0D22-4EB5-9AB0-A873EAEB5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91625"/>
            <a:ext cx="1295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37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0">
                <a:solidFill>
                  <a:srgbClr val="526372"/>
                </a:solidFill>
                <a:latin typeface="Noto Sans CJK JP"/>
                <a:ea typeface="Noto Sans CJK JP"/>
                <a:cs typeface="Noto Sans CJK JP"/>
              </a:rPr>
              <a:t>実装確認：update2_db @ 62c2009  •  出典・設定は発表者ノート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28650" y="2266950"/>
          <a:ext xmlns:a="http://schemas.openxmlformats.org/drawingml/2006/main" cx="13373100" cy="55340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52875"/>
                <a:gridCol w="4562475"/>
                <a:gridCol w="4857750"/>
              </a:tblGrid>
              <a:tr h="6858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出力・指標</a:t>
                      </a:r>
                    </a:p>
                  </a:txBody>
                  <a:tcPr marL="152400" marR="152400" marT="123825" marB="123825" anchor="ctr">
                    <a:solidFill>
                      <a:srgbClr val="285C8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答えられる問い</a:t>
                      </a:r>
                    </a:p>
                  </a:txBody>
                  <a:tcPr marL="152400" marR="152400" marT="123825" marB="123825" anchor="ctr">
                    <a:solidFill>
                      <a:srgbClr val="285C8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読み違えてはいけないこと</a:t>
                      </a:r>
                    </a:p>
                  </a:txBody>
                  <a:tcPr marL="152400" marR="152400" marT="123825" marB="123825" anchor="ctr">
                    <a:solidFill>
                      <a:srgbClr val="285C86"/>
                    </a:solidFill>
                  </a:tcPr>
                </a:tc>
              </a:tr>
              <a:tr h="96964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反応一覧・生成経路</a:t>
                      </a:r>
                    </a:p>
                  </a:txBody>
                  <a:tcPr marL="152400" marR="152400" marT="123825" marB="123825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供給ガスから、どの登録反応を経て現れたか</a:t>
                      </a:r>
                    </a:p>
                  </a:txBody>
                  <a:tcPr marL="152400" marR="152400" marT="123825" marB="123825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経路の深さは濃度・反応速度・時間ではない</a:t>
                      </a:r>
                    </a:p>
                  </a:txBody>
                  <a:tcPr marL="152400" marR="152400" marT="123825" marB="123825" anchor="ctr">
                    <a:solidFill>
                      <a:srgbClr val="F1F5F7"/>
                    </a:solidFill>
                  </a:tcPr>
                </a:tc>
              </a:tr>
              <a:tr h="96964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mechanism_coverage</a:t>
                      </a:r>
                    </a:p>
                  </a:txBody>
                  <a:tcPr marL="152400" marR="152400" marT="123825" marB="1238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定義済みの主要チャネル表で、何が不足するか</a:t>
                      </a:r>
                    </a:p>
                  </a:txBody>
                  <a:tcPr marL="152400" marR="152400" marT="123825" marB="1238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未定義の化学まで含む網羅性の証明ではない</a:t>
                      </a:r>
                    </a:p>
                  </a:txBody>
                  <a:tcPr marL="152400" marR="152400" marT="123825" marB="123825" anchor="ctr">
                    <a:solidFill>
                      <a:srgbClr val="FFFFFF"/>
                    </a:solidFill>
                  </a:tcPr>
                </a:tc>
              </a:tr>
              <a:tr h="96964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missing_data / quality_summary</a:t>
                      </a:r>
                    </a:p>
                  </a:txBody>
                  <a:tcPr marL="152400" marR="152400" marT="123825" marB="123825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どの物性・断面積・出典を次に補うか</a:t>
                      </a:r>
                    </a:p>
                  </a:txBody>
                  <a:tcPr marL="152400" marR="152400" marT="123825" marB="123825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警告の少なさは、化学モデルの精度ではない</a:t>
                      </a:r>
                    </a:p>
                  </a:txBody>
                  <a:tcPr marL="152400" marR="152400" marT="123825" marB="123825" anchor="ctr">
                    <a:solidFill>
                      <a:srgbClr val="F1F5F7"/>
                    </a:solidFill>
                  </a:tcPr>
                </a:tc>
              </a:tr>
              <a:tr h="96964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mechanism_ready_for_review</a:t>
                      </a:r>
                    </a:p>
                  </a:txBody>
                  <a:tcPr marL="152400" marR="152400" marT="123825" marB="1238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打切りや所定のエラーがなく、レビューに進めるか</a:t>
                      </a:r>
                    </a:p>
                  </a:txBody>
                  <a:tcPr marL="152400" marR="152400" marT="123825" marB="1238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全 σ(E) の完備や、数値計算の実行可能性ではない</a:t>
                      </a:r>
                    </a:p>
                  </a:txBody>
                  <a:tcPr marL="152400" marR="152400" marT="123825" marB="123825" anchor="ctr">
                    <a:solidFill>
                      <a:srgbClr val="FFFFFF"/>
                    </a:solidFill>
                  </a:tcPr>
                </a:tc>
              </a:tr>
              <a:tr h="96964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専門家による最終判断</a:t>
                      </a:r>
                    </a:p>
                  </a:txBody>
                  <a:tcPr marL="152400" marR="152400" marT="123825" marB="123825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状態・反応族・条件・競合過程が対象に適するか</a:t>
                      </a:r>
                    </a:p>
                  </a:txBody>
                  <a:tcPr marL="152400" marR="152400" marT="123825" marB="123825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コードの合否判定だけでは置き換えられない</a:t>
                      </a:r>
                    </a:p>
                  </a:txBody>
                  <a:tcPr marL="152400" marR="152400" marT="123825" marB="123825" anchor="ctr">
                    <a:solidFill>
                      <a:srgbClr val="F1F5F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8E5845-E719-4E71-8E39-43A945919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191500"/>
            <a:ext cx="13373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0"/>
          </a:solidFill>
          <a:ln xmlns:a="http://schemas.openxmlformats.org/drawingml/2006/main" w="13335">
            <a:solidFill>
              <a:srgbClr val="B8C5CE"/>
            </a:solidFill>
          </a:ln>
        </p:spPr>
        <p:txBody>
          <a:bodyPr xmlns:a="http://schemas.openxmlformats.org/drawingml/2006/main" lIns="171450" tIns="114300" rIns="17145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75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rPr>
              <a:t>保存則 → データの存在 → 物理的な適合性 → モデルの妥当性。各段階で確認対象が変わる。</a:t>
            </a:r>
          </a:p>
        </p:txBody>
      </p:sp>
    </p:spTree>
    <p:extLst>
      <p:ext uri="{BB962C8B-B14F-4D97-AF65-F5344CB8AC3E}">
        <p14:creationId xmlns:p14="http://schemas.microsoft.com/office/powerpoint/2010/main" val="1940804719"/>
      </p:ext>
    </p:extLst>
  </p:cSld>
</p:sld>
</file>

<file path=ppt/slides/extra_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9F9456-6BC8-46AD-A194-89ACA2F4B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343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3225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rPr>
              <a:t>19 / 付属ケースの実行で見える、実用上の到達点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287467-EACE-4A23-80EE-B62D3AF53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85875"/>
            <a:ext cx="1333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2637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75" b="0">
                <a:solidFill>
                  <a:srgbClr val="526372"/>
                </a:solidFill>
                <a:latin typeface="Noto Sans CJK JP"/>
                <a:ea typeface="Noto Sans CJK JP"/>
                <a:cs typeface="Noto Sans CJK JP"/>
              </a:rPr>
              <a:t>同じコード・同じ登録簿・付属設定で実行。推定反応は0、3ケースとも展開の打切りなし。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699BAF-08D5-4200-84DA-682ECFBB4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91625"/>
            <a:ext cx="1295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37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0">
                <a:solidFill>
                  <a:srgbClr val="526372"/>
                </a:solidFill>
                <a:latin typeface="Noto Sans CJK JP"/>
                <a:ea typeface="Noto Sans CJK JP"/>
                <a:cs typeface="Noto Sans CJK JP"/>
              </a:rPr>
              <a:t>実装確認：update2_db @ 62c2009  •  出典・設定は発表者ノート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28650" y="2219325"/>
          <a:ext xmlns:a="http://schemas.openxmlformats.org/drawingml/2006/main" cx="13373100" cy="4857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029200"/>
                <a:gridCol w="2781300"/>
                <a:gridCol w="2781300"/>
                <a:gridCol w="2781300"/>
              </a:tblGrid>
              <a:tr h="6858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実行結果</a:t>
                      </a:r>
                    </a:p>
                  </a:txBody>
                  <a:tcPr marL="152400" marR="152400" marT="123825" marB="123825" anchor="ctr">
                    <a:solidFill>
                      <a:srgbClr val="285C8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Ar / O₂</a:t>
                      </a:r>
                    </a:p>
                  </a:txBody>
                  <a:tcPr marL="152400" marR="152400" marT="123825" marB="123825" anchor="ctr">
                    <a:solidFill>
                      <a:srgbClr val="285C8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Ar / CF₄</a:t>
                      </a:r>
                    </a:p>
                  </a:txBody>
                  <a:tcPr marL="152400" marR="152400" marT="123825" marB="123825" anchor="ctr">
                    <a:solidFill>
                      <a:srgbClr val="285C8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Ar / SF₆ / O₂</a:t>
                      </a:r>
                    </a:p>
                  </a:txBody>
                  <a:tcPr marL="152400" marR="152400" marT="123825" marB="123825" anchor="ctr">
                    <a:solidFill>
                      <a:srgbClr val="285C86"/>
                    </a:solidFill>
                  </a:tcPr>
                </a:tc>
              </a:tr>
              <a:tr h="83439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反応種数 ／ 反応数</a:t>
                      </a:r>
                    </a:p>
                  </a:txBody>
                  <a:tcPr marL="152400" marR="152400" marT="123825" marB="123825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10 ／ 22</a:t>
                      </a:r>
                    </a:p>
                  </a:txBody>
                  <a:tcPr marL="152400" marR="152400" marT="123825" marB="123825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17 ／ 59</a:t>
                      </a:r>
                    </a:p>
                  </a:txBody>
                  <a:tcPr marL="152400" marR="152400" marT="123825" marB="123825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43 ／ 238</a:t>
                      </a:r>
                    </a:p>
                  </a:txBody>
                  <a:tcPr marL="152400" marR="152400" marT="123825" marB="123825" anchor="ctr">
                    <a:solidFill>
                      <a:srgbClr val="F1F5F7"/>
                    </a:solidFill>
                  </a:tcPr>
                </a:tc>
              </a:tr>
              <a:tr h="83439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電子衝突反応数</a:t>
                      </a:r>
                    </a:p>
                  </a:txBody>
                  <a:tcPr marL="152400" marR="152400" marT="123825" marB="1238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13</a:t>
                      </a:r>
                    </a:p>
                  </a:txBody>
                  <a:tcPr marL="152400" marR="152400" marT="123825" marB="1238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23</a:t>
                      </a:r>
                    </a:p>
                  </a:txBody>
                  <a:tcPr marL="152400" marR="152400" marT="123825" marB="1238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54</a:t>
                      </a:r>
                    </a:p>
                  </a:txBody>
                  <a:tcPr marL="152400" marR="152400" marT="123825" marB="123825" anchor="ctr">
                    <a:solidFill>
                      <a:srgbClr val="FFFFFF"/>
                    </a:solidFill>
                  </a:tcPr>
                </a:tc>
              </a:tr>
              <a:tr h="83439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断面積ファイル登録数</a:t>
                      </a:r>
                    </a:p>
                  </a:txBody>
                  <a:tcPr marL="152400" marR="152400" marT="123825" marB="123825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0 / 13</a:t>
                      </a:r>
                    </a:p>
                  </a:txBody>
                  <a:tcPr marL="152400" marR="152400" marT="123825" marB="123825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0 / 23</a:t>
                      </a:r>
                    </a:p>
                  </a:txBody>
                  <a:tcPr marL="152400" marR="152400" marT="123825" marB="123825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0 / 54</a:t>
                      </a:r>
                    </a:p>
                  </a:txBody>
                  <a:tcPr marL="152400" marR="152400" marT="123825" marB="123825" anchor="ctr">
                    <a:solidFill>
                      <a:srgbClr val="F1F5F7"/>
                    </a:solidFill>
                  </a:tcPr>
                </a:tc>
              </a:tr>
              <a:tr h="83439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DNT ペア物性がそろう組</a:t>
                      </a:r>
                    </a:p>
                  </a:txBody>
                  <a:tcPr marL="152400" marR="152400" marT="123825" marB="1238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3 / 3</a:t>
                      </a:r>
                    </a:p>
                  </a:txBody>
                  <a:tcPr marL="152400" marR="152400" marT="123825" marB="1238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13 / 13</a:t>
                      </a:r>
                    </a:p>
                  </a:txBody>
                  <a:tcPr marL="152400" marR="152400" marT="123825" marB="1238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19 / 68</a:t>
                      </a:r>
                    </a:p>
                  </a:txBody>
                  <a:tcPr marL="152400" marR="152400" marT="123825" marB="123825" anchor="ctr">
                    <a:solidFill>
                      <a:srgbClr val="FFFFFF"/>
                    </a:solidFill>
                  </a:tcPr>
                </a:tc>
              </a:tr>
              <a:tr h="83439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DNT 完全入力がそろう組</a:t>
                      </a:r>
                    </a:p>
                  </a:txBody>
                  <a:tcPr marL="152400" marR="152400" marT="123825" marB="123825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0 / 3</a:t>
                      </a:r>
                    </a:p>
                  </a:txBody>
                  <a:tcPr marL="152400" marR="152400" marT="123825" marB="123825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0 / 13</a:t>
                      </a:r>
                    </a:p>
                  </a:txBody>
                  <a:tcPr marL="152400" marR="152400" marT="123825" marB="123825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0 / 68</a:t>
                      </a:r>
                    </a:p>
                  </a:txBody>
                  <a:tcPr marL="152400" marR="152400" marT="123825" marB="123825" anchor="ctr">
                    <a:solidFill>
                      <a:srgbClr val="F1F5F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F14A07-9963-479F-840F-0531FFD88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86625"/>
            <a:ext cx="1323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75" b="0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rPr>
              <a:t>条件：commit 62c2009、--registry registry を明示。配布パックは未使用。</a:t>
            </a:r>
          </a:p>
          <a:p xmlns:a="http://schemas.openxmlformats.org/drawingml/2006/main">
            <a:pPr>
              <a:defRPr sz="1875" b="0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875" b="0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rPr>
              <a:t>数値はこの登録簿の整備状況を示す。化学反応全体の網羅率や予測精度ではない。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68BF28-6ADD-4613-96C3-FFF7F7439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191500"/>
            <a:ext cx="13373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0"/>
          </a:solidFill>
          <a:ln xmlns:a="http://schemas.openxmlformats.org/drawingml/2006/main" w="13335">
            <a:solidFill>
              <a:srgbClr val="B8C5CE"/>
            </a:solidFill>
          </a:ln>
        </p:spPr>
        <p:txBody>
          <a:bodyPr xmlns:a="http://schemas.openxmlformats.org/drawingml/2006/main" lIns="171450" tIns="114300" rIns="17145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75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rPr>
              <a:t>反応一覧を短い手順で得ると同時に、計算へ進むためのデータ整備量を具体的に把握できる。</a:t>
            </a:r>
          </a:p>
        </p:txBody>
      </p:sp>
    </p:spTree>
    <p:extLst>
      <p:ext uri="{BB962C8B-B14F-4D97-AF65-F5344CB8AC3E}">
        <p14:creationId xmlns:p14="http://schemas.microsoft.com/office/powerpoint/2010/main" val="1324130500"/>
      </p:ext>
    </p:extLst>
  </p:cSld>
</p:sld>
</file>

<file path=ppt/slides/extra_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1B8137-E836-4CC9-96E2-31FF3376B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343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3225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rPr>
              <a:t>20 / プラズマ研究での使い方：レビューとデータ整備を反復する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D7548-48F9-4B31-9201-29469F7D5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85875"/>
            <a:ext cx="1333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2637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75" b="0">
                <a:solidFill>
                  <a:srgbClr val="526372"/>
                </a:solidFill>
                <a:latin typeface="Noto Sans CJK JP"/>
                <a:ea typeface="Noto Sans CJK JP"/>
                <a:cs typeface="Noto Sans CJK JP"/>
              </a:rPr>
              <a:t>既存の反応概念図（1–8枚目）を、この処理と出力に結び付けて利用する。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D042A1-9C8F-4D53-B1FD-CECE88486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91625"/>
            <a:ext cx="1295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372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1350" b="0">
                <a:solidFill>
                  <a:srgbClr val="526372"/>
                </a:solidFill>
                <a:latin typeface="Noto Sans CJK JP"/>
                <a:ea typeface="Noto Sans CJK JP"/>
                <a:cs typeface="Noto Sans CJK JP"/>
              </a:rPr>
              <a:t>実装確認：update2_db @ 62c2009  •  出典・設定は発表者ノート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28650" y="2324100"/>
          <a:ext xmlns:a="http://schemas.openxmlformats.org/drawingml/2006/main" cx="13373100" cy="53244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4533900"/>
                <a:gridCol w="5791200"/>
              </a:tblGrid>
              <a:tr h="6858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担当する作業</a:t>
                      </a:r>
                    </a:p>
                  </a:txBody>
                  <a:tcPr marL="152400" marR="152400" marT="123825" marB="123825" anchor="ctr">
                    <a:solidFill>
                      <a:srgbClr val="285C8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このコードから得るもの</a:t>
                      </a:r>
                    </a:p>
                  </a:txBody>
                  <a:tcPr marL="152400" marR="152400" marT="123825" marB="123825" anchor="ctr">
                    <a:solidFill>
                      <a:srgbClr val="285C8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専門家が次に行うこと</a:t>
                      </a:r>
                    </a:p>
                  </a:txBody>
                  <a:tcPr marL="152400" marR="152400" marT="123825" marB="123825" anchor="ctr">
                    <a:solidFill>
                      <a:srgbClr val="285C86"/>
                    </a:solidFill>
                  </a:tcPr>
                </a:tc>
              </a:tr>
              <a:tr h="1159669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① 混合ガスと範囲を決める</a:t>
                      </a:r>
                    </a:p>
                  </a:txBody>
                  <a:tcPr marL="152400" marR="152400" marT="123825" marB="123825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再現可能な設定と反応網</a:t>
                      </a:r>
                    </a:p>
                    <a:p>
                      <a:r>
                        <a:rPr sz="2100" b="0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生成経路をたどれる一覧</a:t>
                      </a:r>
                    </a:p>
                  </a:txBody>
                  <a:tcPr marL="152400" marR="152400" marT="123825" marB="123825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対象の圧力・電子状態・反応族に照らし</a:t>
                      </a:r>
                    </a:p>
                    <a:p>
                      <a:r>
                        <a:rPr sz="2100" b="0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必要な過程と不足を確認</a:t>
                      </a:r>
                    </a:p>
                  </a:txBody>
                  <a:tcPr marL="152400" marR="152400" marT="123825" marB="123825" anchor="ctr">
                    <a:solidFill>
                      <a:srgbClr val="F1F5F7"/>
                    </a:solidFill>
                  </a:tcPr>
                </a:tc>
              </a:tr>
              <a:tr h="1159669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② 不足を埋める</a:t>
                      </a:r>
                    </a:p>
                  </a:txBody>
                  <a:tcPr marL="152400" marR="152400" marT="123825" marB="1238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不足データの対象・項目</a:t>
                      </a:r>
                    </a:p>
                    <a:p>
                      <a:r>
                        <a:rPr sz="2100" b="0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反応IDとデータの対応関係</a:t>
                      </a:r>
                    </a:p>
                  </a:txBody>
                  <a:tcPr marL="152400" marR="152400" marT="123825" marB="1238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重要チャネルから σ(E)・熱化学値・物性を整備</a:t>
                      </a:r>
                    </a:p>
                    <a:p>
                      <a:r>
                        <a:rPr sz="2100" b="0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出典と適用範囲を残す</a:t>
                      </a:r>
                    </a:p>
                  </a:txBody>
                  <a:tcPr marL="152400" marR="152400" marT="123825" marB="123825" anchor="ctr">
                    <a:solidFill>
                      <a:srgbClr val="FFFFFF"/>
                    </a:solidFill>
                  </a:tcPr>
                </a:tc>
              </a:tr>
              <a:tr h="1159669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③ 計算へ接続する</a:t>
                      </a:r>
                    </a:p>
                  </a:txBody>
                  <a:tcPr marL="152400" marR="152400" marT="123825" marB="123825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構造化した反応一覧</a:t>
                      </a:r>
                    </a:p>
                    <a:p>
                      <a:r>
                        <a:rPr sz="2100" b="0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準備状態付きの DNT 入力</a:t>
                      </a:r>
                    </a:p>
                  </a:txBody>
                  <a:tcPr marL="152400" marR="152400" marT="123825" marB="123825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外部ソルバーで σ(E)・k・密度を計算</a:t>
                      </a:r>
                    </a:p>
                    <a:p>
                      <a:r>
                        <a:rPr sz="2100" b="0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感度解析と測定比較で機構を評価</a:t>
                      </a:r>
                    </a:p>
                  </a:txBody>
                  <a:tcPr marL="152400" marR="152400" marT="123825" marB="123825" anchor="ctr">
                    <a:solidFill>
                      <a:srgbClr val="F1F5F7"/>
                    </a:solidFill>
                  </a:tcPr>
                </a:tc>
              </a:tr>
              <a:tr h="1159669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④ 次の混合ガスで再利用する</a:t>
                      </a:r>
                    </a:p>
                  </a:txBody>
                  <a:tcPr marL="152400" marR="152400" marT="123825" marB="1238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共通登録簿に基づく再展開</a:t>
                      </a:r>
                    </a:p>
                    <a:p>
                      <a:r>
                        <a:rPr sz="2100" b="0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変化した経路と不足の再抽出</a:t>
                      </a:r>
                    </a:p>
                  </a:txBody>
                  <a:tcPr marL="152400" marR="152400" marT="123825" marB="1238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妥当と確認した知識を登録簿へ反映</a:t>
                      </a:r>
                    </a:p>
                    <a:p>
                      <a:r>
                        <a:rPr sz="2100" b="0">
                          <a:solidFill>
                            <a:srgbClr val="172B3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条件固有の採否は設定・記録で管理</a:t>
                      </a:r>
                    </a:p>
                  </a:txBody>
                  <a:tcPr marL="152400" marR="152400" marT="123825" marB="1238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4ACB05-5EDD-44B2-A564-17992B5FE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191500"/>
            <a:ext cx="13373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0"/>
          </a:solidFill>
          <a:ln xmlns:a="http://schemas.openxmlformats.org/drawingml/2006/main" w="13335">
            <a:solidFill>
              <a:srgbClr val="B8C5CE"/>
            </a:solidFill>
          </a:ln>
        </p:spPr>
        <p:txBody>
          <a:bodyPr xmlns:a="http://schemas.openxmlformats.org/drawingml/2006/main" lIns="171450" tIns="114300" rIns="17145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defRPr>
            </a:pPr>
            <a:r>
              <a:rPr sz="2175" b="1">
                <a:solidFill>
                  <a:srgbClr val="172B3A"/>
                </a:solidFill>
                <a:latin typeface="Noto Sans CJK JP"/>
                <a:ea typeface="Noto Sans CJK JP"/>
                <a:cs typeface="Noto Sans CJK JP"/>
              </a:rPr>
              <a:t>本コードの中心価値：反応知識を「再利用でき、追跡でき、不足を指摘できる」計算準備の形へ変換する。</a:t>
            </a:r>
          </a:p>
        </p:txBody>
      </p:sp>
    </p:spTree>
    <p:extLst>
      <p:ext uri="{BB962C8B-B14F-4D97-AF65-F5344CB8AC3E}">
        <p14:creationId xmlns:p14="http://schemas.microsoft.com/office/powerpoint/2010/main" val="36316286"/>
      </p:ext>
    </p:extLst>
  </p:cSld>
</p:sld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字｜01 / 入力ガスから反応ネットワークへ"/>
          <p:cNvSpPr txBox="1"/>
          <p:nvPr/>
        </p:nvSpPr>
        <p:spPr>
          <a:xfrm>
            <a:off x="247649" y="47625"/>
            <a:ext cx="14135100" cy="6572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300" b="1">
                <a:solidFill>
                  <a:srgbClr val="111111"/>
                </a:solidFill>
                <a:latin typeface="Noto Sans CJK JP"/>
              </a:defRPr>
            </a:pPr>
            <a:r>
              <a:rPr sz="3300" b="1">
                <a:solidFill>
                  <a:srgbClr val="111111"/>
                </a:solidFill>
                <a:latin typeface="Noto Sans CJK JP"/>
                <a:ea typeface="Noto Sans CJK JP"/>
              </a:rPr>
              <a:t>01 / 入力ガスから反応ネットワークへ</a:t>
            </a:r>
          </a:p>
        </p:txBody>
      </p:sp>
      <p:sp>
        <p:nvSpPr>
          <p:cNvPr id="3" name="文字｜A　入力とネットワーク生成"/>
          <p:cNvSpPr txBox="1"/>
          <p:nvPr/>
        </p:nvSpPr>
        <p:spPr>
          <a:xfrm>
            <a:off x="266700" y="733425"/>
            <a:ext cx="9334500" cy="4095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75" b="1">
                <a:solidFill>
                  <a:srgbClr val="111111"/>
                </a:solidFill>
                <a:latin typeface="Noto Sans CJK JP"/>
              </a:defRPr>
            </a:pPr>
            <a:r>
              <a:rPr sz="2175" b="1">
                <a:solidFill>
                  <a:srgbClr val="111111"/>
                </a:solidFill>
                <a:latin typeface="Noto Sans CJK JP"/>
                <a:ea typeface="Noto Sans CJK JP"/>
              </a:rPr>
              <a:t>A　入力とネットワーク生成</a:t>
            </a:r>
          </a:p>
        </p:txBody>
      </p:sp>
      <p:sp>
        <p:nvSpPr>
          <p:cNvPr id="4" name="文字｜入力ガスと電子"/>
          <p:cNvSpPr txBox="1"/>
          <p:nvPr/>
        </p:nvSpPr>
        <p:spPr>
          <a:xfrm>
            <a:off x="600075" y="1200150"/>
            <a:ext cx="4095750" cy="3333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11111"/>
                </a:solidFill>
                <a:latin typeface="Noto Sans CJK JP"/>
              </a:defRPr>
            </a:pPr>
            <a:r>
              <a:rPr sz="1875" b="1">
                <a:solidFill>
                  <a:srgbClr val="111111"/>
                </a:solidFill>
                <a:latin typeface="Noto Sans CJK JP"/>
                <a:ea typeface="Noto Sans CJK JP"/>
              </a:rPr>
              <a:t>入力ガスと電子</a:t>
            </a:r>
          </a:p>
        </p:txBody>
      </p:sp>
      <p:grpSp>
        <p:nvGrpSpPr>
          <p:cNvPr id="5" name="分子・化学種｜Ar"/>
          <p:cNvGrpSpPr/>
          <p:nvPr/>
        </p:nvGrpSpPr>
        <p:grpSpPr>
          <a:xfrm>
            <a:off x="38100" y="2342388"/>
            <a:ext cx="1428750" cy="924496"/>
            <a:chOff x="38100" y="2342388"/>
            <a:chExt cx="1428750" cy="924496"/>
          </a:xfrm>
        </p:grpSpPr>
        <p:sp>
          <p:nvSpPr>
            <p:cNvPr id="6" name="原子｜Ar"/>
            <p:cNvSpPr/>
            <p:nvPr/>
          </p:nvSpPr>
          <p:spPr>
            <a:xfrm>
              <a:off x="523113" y="2342388"/>
              <a:ext cx="458723" cy="458723"/>
            </a:xfrm>
            <a:prstGeom prst="ellipse">
              <a:avLst/>
            </a:prstGeom>
            <a:solidFill>
              <a:srgbClr val="BBA6DB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文字｜Ar"/>
            <p:cNvSpPr txBox="1"/>
            <p:nvPr/>
          </p:nvSpPr>
          <p:spPr>
            <a:xfrm>
              <a:off x="523113" y="2342388"/>
              <a:ext cx="458723" cy="45872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950" b="0">
                  <a:solidFill>
                    <a:srgbClr val="111111"/>
                  </a:solidFill>
                  <a:latin typeface="Noto Sans CJK JP"/>
                </a:defRPr>
              </a:pPr>
              <a:r>
                <a:rPr sz="1950" b="0">
                  <a:solidFill>
                    <a:srgbClr val="111111"/>
                  </a:solidFill>
                  <a:latin typeface="Noto Sans CJK JP"/>
                  <a:ea typeface="Noto Sans CJK JP"/>
                </a:rPr>
                <a:t>Ar</a:t>
              </a:r>
            </a:p>
          </p:txBody>
        </p:sp>
        <p:sp>
          <p:nvSpPr>
            <p:cNvPr id="8" name="文字｜Ar"/>
            <p:cNvSpPr txBox="1"/>
            <p:nvPr/>
          </p:nvSpPr>
          <p:spPr>
            <a:xfrm>
              <a:off x="38100" y="2923984"/>
              <a:ext cx="1428750" cy="3429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2100" b="0">
                  <a:solidFill>
                    <a:srgbClr val="111111"/>
                  </a:solidFill>
                  <a:latin typeface="Noto Sans CJK JP"/>
                </a:defRPr>
              </a:pPr>
              <a:r>
                <a:rPr sz="2100" b="0">
                  <a:solidFill>
                    <a:srgbClr val="111111"/>
                  </a:solidFill>
                  <a:latin typeface="Noto Sans CJK JP"/>
                  <a:ea typeface="Noto Sans CJK JP"/>
                </a:rPr>
                <a:t>Ar</a:t>
              </a:r>
            </a:p>
          </p:txBody>
        </p:sp>
      </p:grpSp>
      <p:grpSp>
        <p:nvGrpSpPr>
          <p:cNvPr id="9" name="分子・化学種｜CF4"/>
          <p:cNvGrpSpPr/>
          <p:nvPr/>
        </p:nvGrpSpPr>
        <p:grpSpPr>
          <a:xfrm>
            <a:off x="1142047" y="1778031"/>
            <a:ext cx="1697355" cy="1754791"/>
            <a:chOff x="1142047" y="1778031"/>
            <a:chExt cx="1697355" cy="1754791"/>
          </a:xfrm>
        </p:grpSpPr>
        <p:cxnSp>
          <p:nvCxnSpPr>
            <p:cNvPr id="10" name="結合線・接続線"/>
            <p:cNvCxnSpPr/>
            <p:nvPr/>
          </p:nvCxnSpPr>
          <p:spPr>
            <a:xfrm flipV="1">
              <a:off x="1990725" y="1955482"/>
              <a:ext cx="0" cy="540068"/>
            </a:xfrm>
            <a:prstGeom prst="line">
              <a:avLst/>
            </a:prstGeom>
            <a:ln w="21907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結合線・接続線"/>
            <p:cNvCxnSpPr/>
            <p:nvPr/>
          </p:nvCxnSpPr>
          <p:spPr>
            <a:xfrm flipH="1">
              <a:off x="1450657" y="2495550"/>
              <a:ext cx="540068" cy="0"/>
            </a:xfrm>
            <a:prstGeom prst="line">
              <a:avLst/>
            </a:prstGeom>
            <a:ln w="21907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結合線・接続線"/>
            <p:cNvCxnSpPr/>
            <p:nvPr/>
          </p:nvCxnSpPr>
          <p:spPr>
            <a:xfrm>
              <a:off x="1990725" y="2495550"/>
              <a:ext cx="540067" cy="0"/>
            </a:xfrm>
            <a:prstGeom prst="line">
              <a:avLst/>
            </a:prstGeom>
            <a:ln w="21907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結合線・接続線"/>
            <p:cNvCxnSpPr/>
            <p:nvPr/>
          </p:nvCxnSpPr>
          <p:spPr>
            <a:xfrm>
              <a:off x="1990725" y="2495550"/>
              <a:ext cx="0" cy="524637"/>
            </a:xfrm>
            <a:prstGeom prst="line">
              <a:avLst/>
            </a:prstGeom>
            <a:ln w="21907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原子｜F"/>
            <p:cNvSpPr/>
            <p:nvPr/>
          </p:nvSpPr>
          <p:spPr>
            <a:xfrm>
              <a:off x="1813274" y="1778031"/>
              <a:ext cx="354901" cy="354901"/>
            </a:xfrm>
            <a:prstGeom prst="ellipse">
              <a:avLst/>
            </a:prstGeom>
            <a:solidFill>
              <a:srgbClr val="AED396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文字｜F"/>
            <p:cNvSpPr txBox="1"/>
            <p:nvPr/>
          </p:nvSpPr>
          <p:spPr>
            <a:xfrm>
              <a:off x="1813274" y="1778031"/>
              <a:ext cx="354901" cy="354901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509" b="0">
                  <a:solidFill>
                    <a:srgbClr val="111111"/>
                  </a:solidFill>
                  <a:latin typeface="Noto Sans CJK JP"/>
                </a:defRPr>
              </a:pPr>
              <a:r>
                <a:rPr sz="1509" b="0">
                  <a:solidFill>
                    <a:srgbClr val="111111"/>
                  </a:solidFill>
                  <a:latin typeface="Noto Sans CJK JP"/>
                  <a:ea typeface="Noto Sans CJK JP"/>
                </a:rPr>
                <a:t>F</a:t>
              </a:r>
            </a:p>
          </p:txBody>
        </p:sp>
        <p:sp>
          <p:nvSpPr>
            <p:cNvPr id="16" name="原子｜F"/>
            <p:cNvSpPr/>
            <p:nvPr/>
          </p:nvSpPr>
          <p:spPr>
            <a:xfrm>
              <a:off x="1273206" y="2318099"/>
              <a:ext cx="354901" cy="354901"/>
            </a:xfrm>
            <a:prstGeom prst="ellipse">
              <a:avLst/>
            </a:prstGeom>
            <a:solidFill>
              <a:srgbClr val="AED396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文字｜F"/>
            <p:cNvSpPr txBox="1"/>
            <p:nvPr/>
          </p:nvSpPr>
          <p:spPr>
            <a:xfrm>
              <a:off x="1273206" y="2318099"/>
              <a:ext cx="354901" cy="354901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509" b="0">
                  <a:solidFill>
                    <a:srgbClr val="111111"/>
                  </a:solidFill>
                  <a:latin typeface="Noto Sans CJK JP"/>
                </a:defRPr>
              </a:pPr>
              <a:r>
                <a:rPr sz="1509" b="0">
                  <a:solidFill>
                    <a:srgbClr val="111111"/>
                  </a:solidFill>
                  <a:latin typeface="Noto Sans CJK JP"/>
                  <a:ea typeface="Noto Sans CJK JP"/>
                </a:rPr>
                <a:t>F</a:t>
              </a:r>
            </a:p>
          </p:txBody>
        </p:sp>
        <p:sp>
          <p:nvSpPr>
            <p:cNvPr id="18" name="原子｜F"/>
            <p:cNvSpPr/>
            <p:nvPr/>
          </p:nvSpPr>
          <p:spPr>
            <a:xfrm>
              <a:off x="2353341" y="2318099"/>
              <a:ext cx="354901" cy="354901"/>
            </a:xfrm>
            <a:prstGeom prst="ellipse">
              <a:avLst/>
            </a:prstGeom>
            <a:solidFill>
              <a:srgbClr val="AED396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文字｜F"/>
            <p:cNvSpPr txBox="1"/>
            <p:nvPr/>
          </p:nvSpPr>
          <p:spPr>
            <a:xfrm>
              <a:off x="2353341" y="2318099"/>
              <a:ext cx="354901" cy="354901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509" b="0">
                  <a:solidFill>
                    <a:srgbClr val="111111"/>
                  </a:solidFill>
                  <a:latin typeface="Noto Sans CJK JP"/>
                </a:defRPr>
              </a:pPr>
              <a:r>
                <a:rPr sz="1509" b="0">
                  <a:solidFill>
                    <a:srgbClr val="111111"/>
                  </a:solidFill>
                  <a:latin typeface="Noto Sans CJK JP"/>
                  <a:ea typeface="Noto Sans CJK JP"/>
                </a:rPr>
                <a:t>F</a:t>
              </a:r>
            </a:p>
          </p:txBody>
        </p:sp>
        <p:sp>
          <p:nvSpPr>
            <p:cNvPr id="20" name="原子｜F"/>
            <p:cNvSpPr/>
            <p:nvPr/>
          </p:nvSpPr>
          <p:spPr>
            <a:xfrm>
              <a:off x="1813274" y="2842736"/>
              <a:ext cx="354901" cy="354901"/>
            </a:xfrm>
            <a:prstGeom prst="ellipse">
              <a:avLst/>
            </a:prstGeom>
            <a:solidFill>
              <a:srgbClr val="AED396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文字｜F"/>
            <p:cNvSpPr txBox="1"/>
            <p:nvPr/>
          </p:nvSpPr>
          <p:spPr>
            <a:xfrm>
              <a:off x="1813274" y="2842736"/>
              <a:ext cx="354901" cy="354901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509" b="0">
                  <a:solidFill>
                    <a:srgbClr val="111111"/>
                  </a:solidFill>
                  <a:latin typeface="Noto Sans CJK JP"/>
                </a:defRPr>
              </a:pPr>
              <a:r>
                <a:rPr sz="1509" b="0">
                  <a:solidFill>
                    <a:srgbClr val="111111"/>
                  </a:solidFill>
                  <a:latin typeface="Noto Sans CJK JP"/>
                  <a:ea typeface="Noto Sans CJK JP"/>
                </a:rPr>
                <a:t>F</a:t>
              </a:r>
            </a:p>
          </p:txBody>
        </p:sp>
        <p:sp>
          <p:nvSpPr>
            <p:cNvPr id="22" name="原子｜C"/>
            <p:cNvSpPr/>
            <p:nvPr/>
          </p:nvSpPr>
          <p:spPr>
            <a:xfrm>
              <a:off x="1782413" y="2287238"/>
              <a:ext cx="416623" cy="416623"/>
            </a:xfrm>
            <a:prstGeom prst="ellipse">
              <a:avLst/>
            </a:prstGeom>
            <a:solidFill>
              <a:srgbClr val="555958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文字｜C"/>
            <p:cNvSpPr txBox="1"/>
            <p:nvPr/>
          </p:nvSpPr>
          <p:spPr>
            <a:xfrm>
              <a:off x="1782413" y="2287238"/>
              <a:ext cx="416623" cy="41662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771" b="0">
                  <a:solidFill>
                    <a:srgbClr val="FFFFFF"/>
                  </a:solidFill>
                  <a:latin typeface="Noto Sans CJK JP"/>
                </a:defRPr>
              </a:pPr>
              <a:r>
                <a:rPr sz="1771" b="0">
                  <a:solidFill>
                    <a:srgbClr val="FFFFFF"/>
                  </a:solidFill>
                  <a:latin typeface="Noto Sans CJK JP"/>
                  <a:ea typeface="Noto Sans CJK JP"/>
                </a:rPr>
                <a:t>C</a:t>
              </a:r>
            </a:p>
          </p:txBody>
        </p:sp>
        <p:sp>
          <p:nvSpPr>
            <p:cNvPr id="24" name="文字｜CF₄"/>
            <p:cNvSpPr txBox="1"/>
            <p:nvPr/>
          </p:nvSpPr>
          <p:spPr>
            <a:xfrm>
              <a:off x="1142047" y="3189922"/>
              <a:ext cx="1697355" cy="3429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2100" b="0">
                  <a:solidFill>
                    <a:srgbClr val="111111"/>
                  </a:solidFill>
                  <a:latin typeface="Noto Sans CJK JP"/>
                </a:defRPr>
              </a:pPr>
              <a:r>
                <a:rPr sz="2100" b="0">
                  <a:solidFill>
                    <a:srgbClr val="111111"/>
                  </a:solidFill>
                  <a:latin typeface="Noto Sans CJK JP"/>
                  <a:ea typeface="Noto Sans CJK JP"/>
                </a:rPr>
                <a:t>CF₄</a:t>
              </a:r>
            </a:p>
          </p:txBody>
        </p:sp>
      </p:grpSp>
      <p:grpSp>
        <p:nvGrpSpPr>
          <p:cNvPr id="25" name="分子・化学種｜O2"/>
          <p:cNvGrpSpPr/>
          <p:nvPr/>
        </p:nvGrpSpPr>
        <p:grpSpPr>
          <a:xfrm>
            <a:off x="3012281" y="2362200"/>
            <a:ext cx="985837" cy="400050"/>
            <a:chOff x="3012281" y="2362200"/>
            <a:chExt cx="985837" cy="400050"/>
          </a:xfrm>
        </p:grpSpPr>
        <p:cxnSp>
          <p:nvCxnSpPr>
            <p:cNvPr id="26" name="結合線・接続線"/>
            <p:cNvCxnSpPr/>
            <p:nvPr/>
          </p:nvCxnSpPr>
          <p:spPr>
            <a:xfrm>
              <a:off x="3212306" y="2533650"/>
              <a:ext cx="585787" cy="0"/>
            </a:xfrm>
            <a:prstGeom prst="line">
              <a:avLst/>
            </a:prstGeom>
            <a:ln w="20955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結合線・接続線"/>
            <p:cNvCxnSpPr/>
            <p:nvPr/>
          </p:nvCxnSpPr>
          <p:spPr>
            <a:xfrm>
              <a:off x="3212306" y="2590800"/>
              <a:ext cx="585787" cy="0"/>
            </a:xfrm>
            <a:prstGeom prst="line">
              <a:avLst/>
            </a:prstGeom>
            <a:ln w="20955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原子｜O"/>
            <p:cNvSpPr/>
            <p:nvPr/>
          </p:nvSpPr>
          <p:spPr>
            <a:xfrm>
              <a:off x="3012281" y="2362200"/>
              <a:ext cx="400050" cy="400050"/>
            </a:xfrm>
            <a:prstGeom prst="ellipse">
              <a:avLst/>
            </a:prstGeom>
            <a:solidFill>
              <a:srgbClr val="EF826B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文字｜O"/>
            <p:cNvSpPr txBox="1"/>
            <p:nvPr/>
          </p:nvSpPr>
          <p:spPr>
            <a:xfrm>
              <a:off x="3012281" y="2362200"/>
              <a:ext cx="400050" cy="40005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700" b="0">
                  <a:solidFill>
                    <a:srgbClr val="111111"/>
                  </a:solidFill>
                  <a:latin typeface="Noto Sans CJK JP"/>
                </a:defRPr>
              </a:pPr>
              <a:r>
                <a:rPr sz="1700" b="0">
                  <a:solidFill>
                    <a:srgbClr val="111111"/>
                  </a:solidFill>
                  <a:latin typeface="Noto Sans CJK JP"/>
                  <a:ea typeface="Noto Sans CJK JP"/>
                </a:rPr>
                <a:t>O</a:t>
              </a:r>
            </a:p>
          </p:txBody>
        </p:sp>
        <p:sp>
          <p:nvSpPr>
            <p:cNvPr id="30" name="原子｜O"/>
            <p:cNvSpPr/>
            <p:nvPr/>
          </p:nvSpPr>
          <p:spPr>
            <a:xfrm>
              <a:off x="3598068" y="2362200"/>
              <a:ext cx="400050" cy="400050"/>
            </a:xfrm>
            <a:prstGeom prst="ellipse">
              <a:avLst/>
            </a:prstGeom>
            <a:solidFill>
              <a:srgbClr val="EF826B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文字｜O"/>
            <p:cNvSpPr txBox="1"/>
            <p:nvPr/>
          </p:nvSpPr>
          <p:spPr>
            <a:xfrm>
              <a:off x="3598068" y="2362200"/>
              <a:ext cx="400050" cy="40005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700" b="0">
                  <a:solidFill>
                    <a:srgbClr val="111111"/>
                  </a:solidFill>
                  <a:latin typeface="Noto Sans CJK JP"/>
                </a:defRPr>
              </a:pPr>
              <a:r>
                <a:rPr sz="1700" b="0">
                  <a:solidFill>
                    <a:srgbClr val="111111"/>
                  </a:solidFill>
                  <a:latin typeface="Noto Sans CJK JP"/>
                  <a:ea typeface="Noto Sans CJK JP"/>
                </a:rPr>
                <a:t>O</a:t>
              </a:r>
            </a:p>
          </p:txBody>
        </p:sp>
      </p:grpSp>
      <p:sp>
        <p:nvSpPr>
          <p:cNvPr id="32" name="文字｜O₂"/>
          <p:cNvSpPr txBox="1"/>
          <p:nvPr/>
        </p:nvSpPr>
        <p:spPr>
          <a:xfrm>
            <a:off x="3209925" y="3086100"/>
            <a:ext cx="619125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950" b="0">
                <a:solidFill>
                  <a:srgbClr val="111111"/>
                </a:solidFill>
                <a:latin typeface="Noto Sans CJK JP"/>
              </a:defRPr>
            </a:pPr>
            <a:r>
              <a:rPr sz="1950" b="0">
                <a:solidFill>
                  <a:srgbClr val="111111"/>
                </a:solidFill>
                <a:latin typeface="Noto Sans CJK JP"/>
                <a:ea typeface="Noto Sans CJK JP"/>
              </a:rPr>
              <a:t>O₂</a:t>
            </a:r>
          </a:p>
        </p:txBody>
      </p:sp>
      <p:grpSp>
        <p:nvGrpSpPr>
          <p:cNvPr id="33" name="電子 e⁻"/>
          <p:cNvGrpSpPr/>
          <p:nvPr/>
        </p:nvGrpSpPr>
        <p:grpSpPr>
          <a:xfrm>
            <a:off x="4467225" y="2486025"/>
            <a:ext cx="457200" cy="666750"/>
            <a:chOff x="4467225" y="2486025"/>
            <a:chExt cx="457200" cy="666750"/>
          </a:xfrm>
        </p:grpSpPr>
        <p:sp>
          <p:nvSpPr>
            <p:cNvPr id="34" name="電子の点"/>
            <p:cNvSpPr/>
            <p:nvPr/>
          </p:nvSpPr>
          <p:spPr>
            <a:xfrm>
              <a:off x="4562475" y="2486025"/>
              <a:ext cx="152400" cy="152400"/>
            </a:xfrm>
            <a:prstGeom prst="ellipse">
              <a:avLst/>
            </a:prstGeom>
            <a:solidFill>
              <a:srgbClr val="0969BD"/>
            </a:solidFill>
            <a:ln w="10477">
              <a:solidFill>
                <a:srgbClr val="08345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文字｜e⁻"/>
            <p:cNvSpPr txBox="1"/>
            <p:nvPr/>
          </p:nvSpPr>
          <p:spPr>
            <a:xfrm>
              <a:off x="4467225" y="2790825"/>
              <a:ext cx="457200" cy="36195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2075" b="0">
                  <a:solidFill>
                    <a:srgbClr val="111111"/>
                  </a:solidFill>
                  <a:latin typeface="Noto Sans CJK JP"/>
                </a:defRPr>
              </a:pPr>
              <a:r>
                <a:rPr sz="2075" b="0">
                  <a:solidFill>
                    <a:srgbClr val="111111"/>
                  </a:solidFill>
                  <a:latin typeface="Noto Sans CJK JP"/>
                  <a:ea typeface="Noto Sans CJK JP"/>
                </a:rPr>
                <a:t>e⁻</a:t>
              </a:r>
            </a:p>
          </p:txBody>
        </p:sp>
      </p:grpSp>
      <p:sp>
        <p:nvSpPr>
          <p:cNvPr id="36" name="文字｜電子"/>
          <p:cNvSpPr txBox="1"/>
          <p:nvPr/>
        </p:nvSpPr>
        <p:spPr>
          <a:xfrm>
            <a:off x="4267200" y="3105150"/>
            <a:ext cx="7620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11111"/>
                </a:solidFill>
                <a:latin typeface="Noto Sans CJK JP"/>
              </a:defRPr>
            </a:pPr>
            <a:r>
              <a:rPr sz="1800" b="0">
                <a:solidFill>
                  <a:srgbClr val="111111"/>
                </a:solidFill>
                <a:latin typeface="Noto Sans CJK JP"/>
                <a:ea typeface="Noto Sans CJK JP"/>
              </a:rPr>
              <a:t>電子</a:t>
            </a:r>
          </a:p>
        </p:txBody>
      </p:sp>
      <p:cxnSp>
        <p:nvCxnSpPr>
          <p:cNvPr id="37" name="結合線・接続線"/>
          <p:cNvCxnSpPr/>
          <p:nvPr/>
        </p:nvCxnSpPr>
        <p:spPr>
          <a:xfrm>
            <a:off x="5257800" y="2533650"/>
            <a:ext cx="561975" cy="0"/>
          </a:xfrm>
          <a:prstGeom prst="line">
            <a:avLst/>
          </a:prstGeom>
          <a:ln w="20955">
            <a:solidFill>
              <a:srgbClr val="11111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字｜ローカル登録簿"/>
          <p:cNvSpPr txBox="1"/>
          <p:nvPr/>
        </p:nvSpPr>
        <p:spPr>
          <a:xfrm>
            <a:off x="5962650" y="1104900"/>
            <a:ext cx="287655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25" b="1">
                <a:solidFill>
                  <a:srgbClr val="111111"/>
                </a:solidFill>
                <a:latin typeface="Noto Sans CJK JP"/>
              </a:defRPr>
            </a:pPr>
            <a:r>
              <a:rPr sz="2025" b="1">
                <a:solidFill>
                  <a:srgbClr val="111111"/>
                </a:solidFill>
                <a:latin typeface="Noto Sans CJK JP"/>
                <a:ea typeface="Noto Sans CJK JP"/>
              </a:rPr>
              <a:t>ローカル登録簿</a:t>
            </a:r>
          </a:p>
        </p:txBody>
      </p:sp>
      <p:grpSp>
        <p:nvGrpSpPr>
          <p:cNvPr id="39" name="データ記録の積層"/>
          <p:cNvGrpSpPr/>
          <p:nvPr/>
        </p:nvGrpSpPr>
        <p:grpSpPr>
          <a:xfrm>
            <a:off x="5943600" y="1428750"/>
            <a:ext cx="2686050" cy="2038350"/>
            <a:chOff x="5943600" y="1428750"/>
            <a:chExt cx="2686050" cy="2038350"/>
          </a:xfrm>
        </p:grpSpPr>
        <p:sp>
          <p:nvSpPr>
            <p:cNvPr id="40" name="記録用紙"/>
            <p:cNvSpPr/>
            <p:nvPr/>
          </p:nvSpPr>
          <p:spPr>
            <a:xfrm>
              <a:off x="6257925" y="1428750"/>
              <a:ext cx="2371725" cy="1724025"/>
            </a:xfrm>
            <a:prstGeom prst="rect">
              <a:avLst/>
            </a:prstGeom>
            <a:solidFill>
              <a:srgbClr val="FFFFFF"/>
            </a:solidFill>
            <a:ln w="11429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記録用紙"/>
            <p:cNvSpPr/>
            <p:nvPr/>
          </p:nvSpPr>
          <p:spPr>
            <a:xfrm>
              <a:off x="6153150" y="1533525"/>
              <a:ext cx="2371725" cy="1724025"/>
            </a:xfrm>
            <a:prstGeom prst="rect">
              <a:avLst/>
            </a:prstGeom>
            <a:solidFill>
              <a:srgbClr val="FFFFFF"/>
            </a:solidFill>
            <a:ln w="11429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記録用紙"/>
            <p:cNvSpPr/>
            <p:nvPr/>
          </p:nvSpPr>
          <p:spPr>
            <a:xfrm>
              <a:off x="6048375" y="1638300"/>
              <a:ext cx="2371725" cy="1724025"/>
            </a:xfrm>
            <a:prstGeom prst="rect">
              <a:avLst/>
            </a:prstGeom>
            <a:solidFill>
              <a:srgbClr val="FFFFFF"/>
            </a:solidFill>
            <a:ln w="11429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記録用紙"/>
            <p:cNvSpPr/>
            <p:nvPr/>
          </p:nvSpPr>
          <p:spPr>
            <a:xfrm>
              <a:off x="5943600" y="1743075"/>
              <a:ext cx="2371725" cy="1724025"/>
            </a:xfrm>
            <a:prstGeom prst="rect">
              <a:avLst/>
            </a:prstGeom>
            <a:solidFill>
              <a:srgbClr val="FFFFFF"/>
            </a:solidFill>
            <a:ln w="11429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文字｜e⁻ + CF₄ → e⁻ + CF₃ + F"/>
            <p:cNvSpPr txBox="1"/>
            <p:nvPr/>
          </p:nvSpPr>
          <p:spPr>
            <a:xfrm>
              <a:off x="6115050" y="1828800"/>
              <a:ext cx="2066924" cy="37861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272" b="0">
                  <a:solidFill>
                    <a:srgbClr val="111111"/>
                  </a:solidFill>
                  <a:latin typeface="Noto Sans CJK JP"/>
                </a:defRPr>
              </a:pPr>
              <a:r>
                <a:rPr sz="1272" b="0">
                  <a:solidFill>
                    <a:srgbClr val="111111"/>
                  </a:solidFill>
                  <a:latin typeface="Noto Sans CJK JP"/>
                  <a:ea typeface="Noto Sans CJK JP"/>
                </a:rPr>
                <a:t>e⁻ + CF₄ → e⁻ + CF₃ + F</a:t>
              </a:r>
            </a:p>
          </p:txBody>
        </p:sp>
        <p:sp>
          <p:nvSpPr>
            <p:cNvPr id="45" name="文字｜e⁻ + O₂ → e⁻ + 2O"/>
            <p:cNvSpPr txBox="1"/>
            <p:nvPr/>
          </p:nvSpPr>
          <p:spPr>
            <a:xfrm>
              <a:off x="6115050" y="2207418"/>
              <a:ext cx="2066924" cy="37861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575" b="0">
                  <a:solidFill>
                    <a:srgbClr val="111111"/>
                  </a:solidFill>
                  <a:latin typeface="Noto Sans CJK JP"/>
                </a:defRPr>
              </a:pPr>
              <a:r>
                <a:rPr sz="1575" b="0">
                  <a:solidFill>
                    <a:srgbClr val="111111"/>
                  </a:solidFill>
                  <a:latin typeface="Noto Sans CJK JP"/>
                  <a:ea typeface="Noto Sans CJK JP"/>
                </a:rPr>
                <a:t>e⁻ + O₂ → e⁻ + 2O</a:t>
              </a:r>
            </a:p>
          </p:txBody>
        </p:sp>
        <p:sp>
          <p:nvSpPr>
            <p:cNvPr id="46" name="文字｜CF₃ + O → CF₂O + F"/>
            <p:cNvSpPr txBox="1"/>
            <p:nvPr/>
          </p:nvSpPr>
          <p:spPr>
            <a:xfrm>
              <a:off x="6115050" y="2586037"/>
              <a:ext cx="2066924" cy="37861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575" b="0">
                  <a:solidFill>
                    <a:srgbClr val="111111"/>
                  </a:solidFill>
                  <a:latin typeface="Noto Sans CJK JP"/>
                </a:defRPr>
              </a:pPr>
              <a:r>
                <a:rPr sz="1575" b="0">
                  <a:solidFill>
                    <a:srgbClr val="111111"/>
                  </a:solidFill>
                  <a:latin typeface="Noto Sans CJK JP"/>
                  <a:ea typeface="Noto Sans CJK JP"/>
                </a:rPr>
                <a:t>CF₃ + O → CF₂O + F</a:t>
              </a:r>
            </a:p>
          </p:txBody>
        </p:sp>
        <p:sp>
          <p:nvSpPr>
            <p:cNvPr id="47" name="文字｜…"/>
            <p:cNvSpPr txBox="1"/>
            <p:nvPr/>
          </p:nvSpPr>
          <p:spPr>
            <a:xfrm>
              <a:off x="6115050" y="2964656"/>
              <a:ext cx="2066924" cy="37861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575" b="0">
                  <a:solidFill>
                    <a:srgbClr val="111111"/>
                  </a:solidFill>
                  <a:latin typeface="Noto Sans CJK JP"/>
                </a:defRPr>
              </a:pPr>
              <a:r>
                <a:rPr sz="1575" b="0">
                  <a:solidFill>
                    <a:srgbClr val="111111"/>
                  </a:solidFill>
                  <a:latin typeface="Noto Sans CJK JP"/>
                  <a:ea typeface="Noto Sans CJK JP"/>
                </a:rPr>
                <a:t>…</a:t>
              </a:r>
            </a:p>
          </p:txBody>
        </p:sp>
      </p:grpSp>
      <p:cxnSp>
        <p:nvCxnSpPr>
          <p:cNvPr id="48" name="結合線・接続線"/>
          <p:cNvCxnSpPr/>
          <p:nvPr/>
        </p:nvCxnSpPr>
        <p:spPr>
          <a:xfrm>
            <a:off x="8867775" y="2533650"/>
            <a:ext cx="495300" cy="0"/>
          </a:xfrm>
          <a:prstGeom prst="line">
            <a:avLst/>
          </a:prstGeom>
          <a:ln w="20955">
            <a:solidFill>
              <a:srgbClr val="11111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字｜反応探索の反復"/>
          <p:cNvSpPr txBox="1"/>
          <p:nvPr/>
        </p:nvSpPr>
        <p:spPr>
          <a:xfrm>
            <a:off x="9982200" y="800100"/>
            <a:ext cx="3848099" cy="3714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11111"/>
                </a:solidFill>
                <a:latin typeface="Noto Sans CJK JP"/>
              </a:defRPr>
            </a:pPr>
            <a:r>
              <a:rPr sz="2100" b="1">
                <a:solidFill>
                  <a:srgbClr val="111111"/>
                </a:solidFill>
                <a:latin typeface="Noto Sans CJK JP"/>
                <a:ea typeface="Noto Sans CJK JP"/>
              </a:rPr>
              <a:t>反応探索の反復</a:t>
            </a:r>
          </a:p>
        </p:txBody>
      </p:sp>
      <p:sp>
        <p:nvSpPr>
          <p:cNvPr id="50" name="枠｜登録された&#10;反応物を照合"/>
          <p:cNvSpPr/>
          <p:nvPr/>
        </p:nvSpPr>
        <p:spPr>
          <a:xfrm>
            <a:off x="10648950" y="1238250"/>
            <a:ext cx="2085975" cy="676275"/>
          </a:xfrm>
          <a:prstGeom prst="roundRect">
            <a:avLst>
              <a:gd name="adj" fmla="val 7000"/>
            </a:avLst>
          </a:prstGeom>
          <a:solidFill>
            <a:srgbClr val="EAF0FC"/>
          </a:solidFill>
          <a:ln w="1524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文字｜登録された&#10;反応物を照合"/>
          <p:cNvSpPr txBox="1"/>
          <p:nvPr/>
        </p:nvSpPr>
        <p:spPr>
          <a:xfrm>
            <a:off x="10725150" y="1285875"/>
            <a:ext cx="1933575" cy="581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11111"/>
                </a:solidFill>
                <a:latin typeface="Noto Sans CJK JP"/>
              </a:defRPr>
            </a:pPr>
            <a:r>
              <a:rPr sz="1800" b="1">
                <a:solidFill>
                  <a:srgbClr val="111111"/>
                </a:solidFill>
                <a:latin typeface="Noto Sans CJK JP"/>
                <a:ea typeface="Noto Sans CJK JP"/>
              </a:rPr>
              <a:t>登録された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11111"/>
                </a:solidFill>
                <a:latin typeface="Noto Sans CJK JP"/>
              </a:defRPr>
            </a:pPr>
            <a:r>
              <a:rPr sz="1800" b="1">
                <a:solidFill>
                  <a:srgbClr val="111111"/>
                </a:solidFill>
                <a:latin typeface="Noto Sans CJK JP"/>
                <a:ea typeface="Noto Sans CJK JP"/>
              </a:rPr>
              <a:t>反応物を照合</a:t>
            </a:r>
          </a:p>
        </p:txBody>
      </p:sp>
      <p:sp>
        <p:nvSpPr>
          <p:cNvPr id="52" name="枠｜元素・電荷の&#10;保存を確認"/>
          <p:cNvSpPr/>
          <p:nvPr/>
        </p:nvSpPr>
        <p:spPr>
          <a:xfrm>
            <a:off x="12611100" y="2200275"/>
            <a:ext cx="1733550" cy="695325"/>
          </a:xfrm>
          <a:prstGeom prst="roundRect">
            <a:avLst>
              <a:gd name="adj" fmla="val 7000"/>
            </a:avLst>
          </a:prstGeom>
          <a:solidFill>
            <a:srgbClr val="EDF6E5"/>
          </a:solidFill>
          <a:ln w="1524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文字｜元素・電荷の&#10;保存を確認"/>
          <p:cNvSpPr txBox="1"/>
          <p:nvPr/>
        </p:nvSpPr>
        <p:spPr>
          <a:xfrm>
            <a:off x="12687300" y="2247900"/>
            <a:ext cx="1581150" cy="6000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11111"/>
                </a:solidFill>
                <a:latin typeface="Noto Sans CJK JP"/>
              </a:defRPr>
            </a:pPr>
            <a:r>
              <a:rPr sz="1800" b="1">
                <a:solidFill>
                  <a:srgbClr val="111111"/>
                </a:solidFill>
                <a:latin typeface="Noto Sans CJK JP"/>
                <a:ea typeface="Noto Sans CJK JP"/>
              </a:rPr>
              <a:t>元素・電荷の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11111"/>
                </a:solidFill>
                <a:latin typeface="Noto Sans CJK JP"/>
              </a:defRPr>
            </a:pPr>
            <a:r>
              <a:rPr sz="1800" b="1">
                <a:solidFill>
                  <a:srgbClr val="111111"/>
                </a:solidFill>
                <a:latin typeface="Noto Sans CJK JP"/>
                <a:ea typeface="Noto Sans CJK JP"/>
              </a:rPr>
              <a:t>保存を確認</a:t>
            </a:r>
          </a:p>
        </p:txBody>
      </p:sp>
      <p:sp>
        <p:nvSpPr>
          <p:cNvPr id="54" name="枠｜生成物を&#10;活性種集合へ追加"/>
          <p:cNvSpPr/>
          <p:nvPr/>
        </p:nvSpPr>
        <p:spPr>
          <a:xfrm>
            <a:off x="10753725" y="3190875"/>
            <a:ext cx="1905000" cy="695325"/>
          </a:xfrm>
          <a:prstGeom prst="roundRect">
            <a:avLst>
              <a:gd name="adj" fmla="val 7000"/>
            </a:avLst>
          </a:prstGeom>
          <a:solidFill>
            <a:srgbClr val="FFF6DD"/>
          </a:solidFill>
          <a:ln w="1524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文字｜生成物を&#10;活性種集合へ追加"/>
          <p:cNvSpPr txBox="1"/>
          <p:nvPr/>
        </p:nvSpPr>
        <p:spPr>
          <a:xfrm>
            <a:off x="10829925" y="3238500"/>
            <a:ext cx="1752600" cy="6000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78" b="1">
                <a:solidFill>
                  <a:srgbClr val="111111"/>
                </a:solidFill>
                <a:latin typeface="Noto Sans CJK JP"/>
              </a:defRPr>
            </a:pPr>
            <a:r>
              <a:rPr sz="1678" b="1">
                <a:solidFill>
                  <a:srgbClr val="111111"/>
                </a:solidFill>
                <a:latin typeface="Noto Sans CJK JP"/>
                <a:ea typeface="Noto Sans CJK JP"/>
              </a:rPr>
              <a:t>生成物を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78" b="1">
                <a:solidFill>
                  <a:srgbClr val="111111"/>
                </a:solidFill>
                <a:latin typeface="Noto Sans CJK JP"/>
              </a:defRPr>
            </a:pPr>
            <a:r>
              <a:rPr sz="1678" b="1">
                <a:solidFill>
                  <a:srgbClr val="111111"/>
                </a:solidFill>
                <a:latin typeface="Noto Sans CJK JP"/>
                <a:ea typeface="Noto Sans CJK JP"/>
              </a:rPr>
              <a:t>活性種集合へ追加</a:t>
            </a:r>
          </a:p>
        </p:txBody>
      </p:sp>
      <p:sp>
        <p:nvSpPr>
          <p:cNvPr id="56" name="曲線矢印"/>
          <p:cNvSpPr/>
          <p:nvPr/>
        </p:nvSpPr>
        <p:spPr>
          <a:xfrm>
            <a:off x="12820650" y="1581150"/>
            <a:ext cx="571500" cy="523874"/>
          </a:xfrm>
          <a:custGeom>
            <a:avLst/>
            <a:gdLst/>
            <a:ahLst/>
            <a:cxnLst/>
            <a:rect l="0" t="0" r="w" b="h"/>
            <a:pathLst>
              <a:path w="100000" h="100000" fill="none" stroke="1">
                <a:moveTo>
                  <a:pt x="0" y="0"/>
                </a:moveTo>
                <a:cubicBezTo>
                  <a:pt x="60000" y="20000"/>
                  <a:pt x="86667" y="56364"/>
                  <a:pt x="100000" y="100000"/>
                </a:cubicBezTo>
              </a:path>
            </a:pathLst>
          </a:custGeom>
          <a:noFill/>
          <a:ln w="20955">
            <a:solidFill>
              <a:srgbClr val="111111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曲線矢印"/>
          <p:cNvSpPr/>
          <p:nvPr/>
        </p:nvSpPr>
        <p:spPr>
          <a:xfrm>
            <a:off x="12773025" y="2981325"/>
            <a:ext cx="628650" cy="514350"/>
          </a:xfrm>
          <a:custGeom>
            <a:avLst/>
            <a:gdLst/>
            <a:ahLst/>
            <a:cxnLst/>
            <a:rect l="0" t="0" r="w" b="h"/>
            <a:pathLst>
              <a:path w="100000" h="100000" fill="none" stroke="1">
                <a:moveTo>
                  <a:pt x="100000" y="0"/>
                </a:moveTo>
                <a:cubicBezTo>
                  <a:pt x="74242" y="55556"/>
                  <a:pt x="34848" y="81481"/>
                  <a:pt x="0" y="100000"/>
                </a:cubicBezTo>
              </a:path>
            </a:pathLst>
          </a:custGeom>
          <a:noFill/>
          <a:ln w="20955">
            <a:solidFill>
              <a:srgbClr val="111111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曲線矢印"/>
          <p:cNvSpPr/>
          <p:nvPr/>
        </p:nvSpPr>
        <p:spPr>
          <a:xfrm>
            <a:off x="9982200" y="2819400"/>
            <a:ext cx="685800" cy="704850"/>
          </a:xfrm>
          <a:custGeom>
            <a:avLst/>
            <a:gdLst/>
            <a:ahLst/>
            <a:cxnLst/>
            <a:rect l="0" t="0" r="w" b="h"/>
            <a:pathLst>
              <a:path w="100000" h="100000" fill="none" stroke="1">
                <a:moveTo>
                  <a:pt x="100000" y="100000"/>
                </a:moveTo>
                <a:cubicBezTo>
                  <a:pt x="41667" y="81081"/>
                  <a:pt x="9722" y="43243"/>
                  <a:pt x="0" y="0"/>
                </a:cubicBezTo>
              </a:path>
            </a:pathLst>
          </a:custGeom>
          <a:noFill/>
          <a:ln w="20955">
            <a:solidFill>
              <a:srgbClr val="111111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曲線矢印"/>
          <p:cNvSpPr/>
          <p:nvPr/>
        </p:nvSpPr>
        <p:spPr>
          <a:xfrm>
            <a:off x="9982200" y="1628775"/>
            <a:ext cx="542925" cy="752475"/>
          </a:xfrm>
          <a:custGeom>
            <a:avLst/>
            <a:gdLst/>
            <a:ahLst/>
            <a:cxnLst/>
            <a:rect l="0" t="0" r="w" b="h"/>
            <a:pathLst>
              <a:path w="100000" h="100000" fill="none" stroke="1">
                <a:moveTo>
                  <a:pt x="0" y="100000"/>
                </a:moveTo>
                <a:cubicBezTo>
                  <a:pt x="10526" y="55696"/>
                  <a:pt x="50877" y="18987"/>
                  <a:pt x="100000" y="0"/>
                </a:cubicBezTo>
              </a:path>
            </a:pathLst>
          </a:custGeom>
          <a:noFill/>
          <a:ln w="20955">
            <a:solidFill>
              <a:srgbClr val="111111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文字｜新たな探索対象"/>
          <p:cNvSpPr txBox="1"/>
          <p:nvPr/>
        </p:nvSpPr>
        <p:spPr>
          <a:xfrm>
            <a:off x="9467850" y="2419350"/>
            <a:ext cx="1847850" cy="3143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25" b="1">
                <a:solidFill>
                  <a:srgbClr val="005BD8"/>
                </a:solidFill>
                <a:latin typeface="Noto Sans CJK JP"/>
              </a:defRPr>
            </a:pPr>
            <a:r>
              <a:rPr sz="1725" b="1">
                <a:solidFill>
                  <a:srgbClr val="005BD8"/>
                </a:solidFill>
                <a:latin typeface="Noto Sans CJK JP"/>
                <a:ea typeface="Noto Sans CJK JP"/>
              </a:rPr>
              <a:t>新たな探索対象</a:t>
            </a:r>
          </a:p>
        </p:txBody>
      </p:sp>
      <p:sp>
        <p:nvSpPr>
          <p:cNvPr id="61" name="文字｜B　化学種と登録反応のネットワーク"/>
          <p:cNvSpPr txBox="1"/>
          <p:nvPr/>
        </p:nvSpPr>
        <p:spPr>
          <a:xfrm>
            <a:off x="266700" y="4210050"/>
            <a:ext cx="11430000" cy="4000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75" b="1">
                <a:solidFill>
                  <a:srgbClr val="111111"/>
                </a:solidFill>
                <a:latin typeface="Noto Sans CJK JP"/>
              </a:defRPr>
            </a:pPr>
            <a:r>
              <a:rPr sz="2175" b="1">
                <a:solidFill>
                  <a:srgbClr val="111111"/>
                </a:solidFill>
                <a:latin typeface="Noto Sans CJK JP"/>
                <a:ea typeface="Noto Sans CJK JP"/>
              </a:rPr>
              <a:t>B　化学種と登録反応のネットワーク</a:t>
            </a:r>
          </a:p>
        </p:txBody>
      </p:sp>
      <p:sp>
        <p:nvSpPr>
          <p:cNvPr id="62" name="図形"/>
          <p:cNvSpPr/>
          <p:nvPr/>
        </p:nvSpPr>
        <p:spPr>
          <a:xfrm>
            <a:off x="180975" y="4695825"/>
            <a:ext cx="2190750" cy="3943350"/>
          </a:xfrm>
          <a:prstGeom prst="rect">
            <a:avLst/>
          </a:prstGeom>
          <a:solidFill>
            <a:srgbClr val="EF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文字｜入力種&#10;深さ 0"/>
          <p:cNvSpPr txBox="1"/>
          <p:nvPr/>
        </p:nvSpPr>
        <p:spPr>
          <a:xfrm>
            <a:off x="276225" y="4705350"/>
            <a:ext cx="2000250" cy="647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11111"/>
                </a:solidFill>
                <a:latin typeface="Noto Sans CJK JP"/>
              </a:defRPr>
            </a:pPr>
            <a:r>
              <a:rPr sz="1875" b="1">
                <a:solidFill>
                  <a:srgbClr val="111111"/>
                </a:solidFill>
                <a:latin typeface="Noto Sans CJK JP"/>
                <a:ea typeface="Noto Sans CJK JP"/>
              </a:rPr>
              <a:t>入力種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11111"/>
                </a:solidFill>
                <a:latin typeface="Noto Sans CJK JP"/>
              </a:defRPr>
            </a:pPr>
            <a:r>
              <a:rPr sz="1875" b="1">
                <a:solidFill>
                  <a:srgbClr val="111111"/>
                </a:solidFill>
                <a:latin typeface="Noto Sans CJK JP"/>
                <a:ea typeface="Noto Sans CJK JP"/>
              </a:rPr>
              <a:t>深さ 0</a:t>
            </a:r>
          </a:p>
        </p:txBody>
      </p:sp>
      <p:sp>
        <p:nvSpPr>
          <p:cNvPr id="64" name="図形"/>
          <p:cNvSpPr/>
          <p:nvPr/>
        </p:nvSpPr>
        <p:spPr>
          <a:xfrm>
            <a:off x="2419350" y="4695825"/>
            <a:ext cx="4048124" cy="3943350"/>
          </a:xfrm>
          <a:prstGeom prst="rect">
            <a:avLst/>
          </a:prstGeom>
          <a:solidFill>
            <a:srgbClr val="F2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文字｜一次生成物&#10;深さ 1"/>
          <p:cNvSpPr txBox="1"/>
          <p:nvPr/>
        </p:nvSpPr>
        <p:spPr>
          <a:xfrm>
            <a:off x="2514600" y="4705350"/>
            <a:ext cx="3857625" cy="647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11111"/>
                </a:solidFill>
                <a:latin typeface="Noto Sans CJK JP"/>
              </a:defRPr>
            </a:pPr>
            <a:r>
              <a:rPr sz="1875" b="1">
                <a:solidFill>
                  <a:srgbClr val="111111"/>
                </a:solidFill>
                <a:latin typeface="Noto Sans CJK JP"/>
                <a:ea typeface="Noto Sans CJK JP"/>
              </a:rPr>
              <a:t>一次生成物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11111"/>
                </a:solidFill>
                <a:latin typeface="Noto Sans CJK JP"/>
              </a:defRPr>
            </a:pPr>
            <a:r>
              <a:rPr sz="1875" b="1">
                <a:solidFill>
                  <a:srgbClr val="111111"/>
                </a:solidFill>
                <a:latin typeface="Noto Sans CJK JP"/>
                <a:ea typeface="Noto Sans CJK JP"/>
              </a:rPr>
              <a:t>深さ 1</a:t>
            </a:r>
          </a:p>
        </p:txBody>
      </p:sp>
      <p:sp>
        <p:nvSpPr>
          <p:cNvPr id="66" name="図形"/>
          <p:cNvSpPr/>
          <p:nvPr/>
        </p:nvSpPr>
        <p:spPr>
          <a:xfrm>
            <a:off x="6515100" y="4695825"/>
            <a:ext cx="4419600" cy="3943350"/>
          </a:xfrm>
          <a:prstGeom prst="rect">
            <a:avLst/>
          </a:prstGeom>
          <a:solidFill>
            <a:srgbClr val="FFF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文字｜後段の生成物&#10;深さ 2"/>
          <p:cNvSpPr txBox="1"/>
          <p:nvPr/>
        </p:nvSpPr>
        <p:spPr>
          <a:xfrm>
            <a:off x="6610350" y="4705350"/>
            <a:ext cx="4229100" cy="647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11111"/>
                </a:solidFill>
                <a:latin typeface="Noto Sans CJK JP"/>
              </a:defRPr>
            </a:pPr>
            <a:r>
              <a:rPr sz="1875" b="1">
                <a:solidFill>
                  <a:srgbClr val="111111"/>
                </a:solidFill>
                <a:latin typeface="Noto Sans CJK JP"/>
                <a:ea typeface="Noto Sans CJK JP"/>
              </a:rPr>
              <a:t>後段の生成物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11111"/>
                </a:solidFill>
                <a:latin typeface="Noto Sans CJK JP"/>
              </a:defRPr>
            </a:pPr>
            <a:r>
              <a:rPr sz="1875" b="1">
                <a:solidFill>
                  <a:srgbClr val="111111"/>
                </a:solidFill>
                <a:latin typeface="Noto Sans CJK JP"/>
                <a:ea typeface="Noto Sans CJK JP"/>
              </a:rPr>
              <a:t>深さ 2</a:t>
            </a:r>
          </a:p>
        </p:txBody>
      </p:sp>
      <p:sp>
        <p:nvSpPr>
          <p:cNvPr id="68" name="図形"/>
          <p:cNvSpPr/>
          <p:nvPr/>
        </p:nvSpPr>
        <p:spPr>
          <a:xfrm>
            <a:off x="10991850" y="4695825"/>
            <a:ext cx="3495675" cy="3943350"/>
          </a:xfrm>
          <a:prstGeom prst="rect">
            <a:avLst/>
          </a:prstGeom>
          <a:solidFill>
            <a:srgbClr val="F4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文字｜探索の完了&#10;新規生成種なし"/>
          <p:cNvSpPr txBox="1"/>
          <p:nvPr/>
        </p:nvSpPr>
        <p:spPr>
          <a:xfrm>
            <a:off x="11087100" y="4705350"/>
            <a:ext cx="3305175" cy="647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11111"/>
                </a:solidFill>
                <a:latin typeface="Noto Sans CJK JP"/>
              </a:defRPr>
            </a:pPr>
            <a:r>
              <a:rPr sz="1875" b="1">
                <a:solidFill>
                  <a:srgbClr val="111111"/>
                </a:solidFill>
                <a:latin typeface="Noto Sans CJK JP"/>
                <a:ea typeface="Noto Sans CJK JP"/>
              </a:rPr>
              <a:t>探索の完了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11111"/>
                </a:solidFill>
                <a:latin typeface="Noto Sans CJK JP"/>
              </a:defRPr>
            </a:pPr>
            <a:r>
              <a:rPr sz="1875" b="1">
                <a:solidFill>
                  <a:srgbClr val="111111"/>
                </a:solidFill>
                <a:latin typeface="Noto Sans CJK JP"/>
                <a:ea typeface="Noto Sans CJK JP"/>
              </a:rPr>
              <a:t>新規生成種なし</a:t>
            </a:r>
          </a:p>
        </p:txBody>
      </p:sp>
      <p:grpSp>
        <p:nvGrpSpPr>
          <p:cNvPr id="70" name="電子 e⁻"/>
          <p:cNvGrpSpPr/>
          <p:nvPr/>
        </p:nvGrpSpPr>
        <p:grpSpPr>
          <a:xfrm>
            <a:off x="771525" y="5600700"/>
            <a:ext cx="133350" cy="133350"/>
            <a:chOff x="771525" y="5600700"/>
            <a:chExt cx="133350" cy="133350"/>
          </a:xfrm>
        </p:grpSpPr>
        <p:sp>
          <p:nvSpPr>
            <p:cNvPr id="71" name="電子の点"/>
            <p:cNvSpPr/>
            <p:nvPr/>
          </p:nvSpPr>
          <p:spPr>
            <a:xfrm>
              <a:off x="771525" y="5600700"/>
              <a:ext cx="133350" cy="133350"/>
            </a:xfrm>
            <a:prstGeom prst="ellipse">
              <a:avLst/>
            </a:prstGeom>
            <a:solidFill>
              <a:srgbClr val="0969BD"/>
            </a:solidFill>
            <a:ln w="10477">
              <a:solidFill>
                <a:srgbClr val="08345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72" name="文字｜e⁻"/>
          <p:cNvSpPr txBox="1"/>
          <p:nvPr/>
        </p:nvSpPr>
        <p:spPr>
          <a:xfrm>
            <a:off x="1028700" y="5467350"/>
            <a:ext cx="428625" cy="3714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75" b="0">
                <a:solidFill>
                  <a:srgbClr val="111111"/>
                </a:solidFill>
                <a:latin typeface="Noto Sans CJK JP"/>
              </a:defRPr>
            </a:pPr>
            <a:r>
              <a:rPr sz="1875" b="0">
                <a:solidFill>
                  <a:srgbClr val="111111"/>
                </a:solidFill>
                <a:latin typeface="Noto Sans CJK JP"/>
                <a:ea typeface="Noto Sans CJK JP"/>
              </a:rPr>
              <a:t>e⁻</a:t>
            </a:r>
          </a:p>
        </p:txBody>
      </p:sp>
      <p:grpSp>
        <p:nvGrpSpPr>
          <p:cNvPr id="73" name="分子・化学種｜CF4"/>
          <p:cNvGrpSpPr/>
          <p:nvPr/>
        </p:nvGrpSpPr>
        <p:grpSpPr>
          <a:xfrm>
            <a:off x="390144" y="5981319"/>
            <a:ext cx="1086612" cy="1086612"/>
            <a:chOff x="390144" y="5981319"/>
            <a:chExt cx="1086612" cy="1086612"/>
          </a:xfrm>
        </p:grpSpPr>
        <p:cxnSp>
          <p:nvCxnSpPr>
            <p:cNvPr id="74" name="結合線・接続線"/>
            <p:cNvCxnSpPr/>
            <p:nvPr/>
          </p:nvCxnSpPr>
          <p:spPr>
            <a:xfrm flipV="1">
              <a:off x="933449" y="6117145"/>
              <a:ext cx="0" cy="407480"/>
            </a:xfrm>
            <a:prstGeom prst="line">
              <a:avLst/>
            </a:prstGeom>
            <a:ln w="21907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結合線・接続線"/>
            <p:cNvCxnSpPr/>
            <p:nvPr/>
          </p:nvCxnSpPr>
          <p:spPr>
            <a:xfrm flipH="1">
              <a:off x="525970" y="6524625"/>
              <a:ext cx="407479" cy="0"/>
            </a:xfrm>
            <a:prstGeom prst="line">
              <a:avLst/>
            </a:prstGeom>
            <a:ln w="21907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結合線・接続線"/>
            <p:cNvCxnSpPr/>
            <p:nvPr/>
          </p:nvCxnSpPr>
          <p:spPr>
            <a:xfrm>
              <a:off x="933449" y="6524625"/>
              <a:ext cx="407480" cy="0"/>
            </a:xfrm>
            <a:prstGeom prst="line">
              <a:avLst/>
            </a:prstGeom>
            <a:ln w="21907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結合線・接続線"/>
            <p:cNvCxnSpPr/>
            <p:nvPr/>
          </p:nvCxnSpPr>
          <p:spPr>
            <a:xfrm>
              <a:off x="933449" y="6524625"/>
              <a:ext cx="0" cy="407479"/>
            </a:xfrm>
            <a:prstGeom prst="line">
              <a:avLst/>
            </a:prstGeom>
            <a:ln w="21907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原子｜F"/>
            <p:cNvSpPr/>
            <p:nvPr/>
          </p:nvSpPr>
          <p:spPr>
            <a:xfrm>
              <a:off x="797623" y="5981319"/>
              <a:ext cx="271653" cy="271653"/>
            </a:xfrm>
            <a:prstGeom prst="ellipse">
              <a:avLst/>
            </a:prstGeom>
            <a:solidFill>
              <a:srgbClr val="AED396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文字｜F"/>
            <p:cNvSpPr txBox="1"/>
            <p:nvPr/>
          </p:nvSpPr>
          <p:spPr>
            <a:xfrm>
              <a:off x="797623" y="5981319"/>
              <a:ext cx="271653" cy="27165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155" b="0">
                  <a:solidFill>
                    <a:srgbClr val="111111"/>
                  </a:solidFill>
                  <a:latin typeface="Noto Sans CJK JP"/>
                </a:defRPr>
              </a:pPr>
              <a:r>
                <a:rPr sz="1155" b="0">
                  <a:solidFill>
                    <a:srgbClr val="111111"/>
                  </a:solidFill>
                  <a:latin typeface="Noto Sans CJK JP"/>
                  <a:ea typeface="Noto Sans CJK JP"/>
                </a:rPr>
                <a:t>F</a:t>
              </a:r>
            </a:p>
          </p:txBody>
        </p:sp>
        <p:sp>
          <p:nvSpPr>
            <p:cNvPr id="80" name="原子｜F"/>
            <p:cNvSpPr/>
            <p:nvPr/>
          </p:nvSpPr>
          <p:spPr>
            <a:xfrm>
              <a:off x="390144" y="6388798"/>
              <a:ext cx="271653" cy="271653"/>
            </a:xfrm>
            <a:prstGeom prst="ellipse">
              <a:avLst/>
            </a:prstGeom>
            <a:solidFill>
              <a:srgbClr val="AED396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文字｜F"/>
            <p:cNvSpPr txBox="1"/>
            <p:nvPr/>
          </p:nvSpPr>
          <p:spPr>
            <a:xfrm>
              <a:off x="390144" y="6388798"/>
              <a:ext cx="271653" cy="27165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155" b="0">
                  <a:solidFill>
                    <a:srgbClr val="111111"/>
                  </a:solidFill>
                  <a:latin typeface="Noto Sans CJK JP"/>
                </a:defRPr>
              </a:pPr>
              <a:r>
                <a:rPr sz="1155" b="0">
                  <a:solidFill>
                    <a:srgbClr val="111111"/>
                  </a:solidFill>
                  <a:latin typeface="Noto Sans CJK JP"/>
                  <a:ea typeface="Noto Sans CJK JP"/>
                </a:rPr>
                <a:t>F</a:t>
              </a:r>
            </a:p>
          </p:txBody>
        </p:sp>
        <p:sp>
          <p:nvSpPr>
            <p:cNvPr id="82" name="原子｜F"/>
            <p:cNvSpPr/>
            <p:nvPr/>
          </p:nvSpPr>
          <p:spPr>
            <a:xfrm>
              <a:off x="1205103" y="6388798"/>
              <a:ext cx="271653" cy="271653"/>
            </a:xfrm>
            <a:prstGeom prst="ellipse">
              <a:avLst/>
            </a:prstGeom>
            <a:solidFill>
              <a:srgbClr val="AED396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文字｜F"/>
            <p:cNvSpPr txBox="1"/>
            <p:nvPr/>
          </p:nvSpPr>
          <p:spPr>
            <a:xfrm>
              <a:off x="1205103" y="6388798"/>
              <a:ext cx="271653" cy="27165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155" b="0">
                  <a:solidFill>
                    <a:srgbClr val="111111"/>
                  </a:solidFill>
                  <a:latin typeface="Noto Sans CJK JP"/>
                </a:defRPr>
              </a:pPr>
              <a:r>
                <a:rPr sz="1155" b="0">
                  <a:solidFill>
                    <a:srgbClr val="111111"/>
                  </a:solidFill>
                  <a:latin typeface="Noto Sans CJK JP"/>
                  <a:ea typeface="Noto Sans CJK JP"/>
                </a:rPr>
                <a:t>F</a:t>
              </a:r>
            </a:p>
          </p:txBody>
        </p:sp>
        <p:sp>
          <p:nvSpPr>
            <p:cNvPr id="84" name="原子｜F"/>
            <p:cNvSpPr/>
            <p:nvPr/>
          </p:nvSpPr>
          <p:spPr>
            <a:xfrm>
              <a:off x="797623" y="6796278"/>
              <a:ext cx="271653" cy="271653"/>
            </a:xfrm>
            <a:prstGeom prst="ellipse">
              <a:avLst/>
            </a:prstGeom>
            <a:solidFill>
              <a:srgbClr val="AED396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" name="文字｜F"/>
            <p:cNvSpPr txBox="1"/>
            <p:nvPr/>
          </p:nvSpPr>
          <p:spPr>
            <a:xfrm>
              <a:off x="797623" y="6796278"/>
              <a:ext cx="271653" cy="27165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155" b="0">
                  <a:solidFill>
                    <a:srgbClr val="111111"/>
                  </a:solidFill>
                  <a:latin typeface="Noto Sans CJK JP"/>
                </a:defRPr>
              </a:pPr>
              <a:r>
                <a:rPr sz="1155" b="0">
                  <a:solidFill>
                    <a:srgbClr val="111111"/>
                  </a:solidFill>
                  <a:latin typeface="Noto Sans CJK JP"/>
                  <a:ea typeface="Noto Sans CJK JP"/>
                </a:rPr>
                <a:t>F</a:t>
              </a:r>
            </a:p>
          </p:txBody>
        </p:sp>
        <p:sp>
          <p:nvSpPr>
            <p:cNvPr id="86" name="原子｜C"/>
            <p:cNvSpPr/>
            <p:nvPr/>
          </p:nvSpPr>
          <p:spPr>
            <a:xfrm>
              <a:off x="774001" y="6365176"/>
              <a:ext cx="318896" cy="318896"/>
            </a:xfrm>
            <a:prstGeom prst="ellipse">
              <a:avLst/>
            </a:prstGeom>
            <a:solidFill>
              <a:srgbClr val="555958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" name="文字｜C"/>
            <p:cNvSpPr txBox="1"/>
            <p:nvPr/>
          </p:nvSpPr>
          <p:spPr>
            <a:xfrm>
              <a:off x="774001" y="6365176"/>
              <a:ext cx="318896" cy="31889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355" b="0">
                  <a:solidFill>
                    <a:srgbClr val="FFFFFF"/>
                  </a:solidFill>
                  <a:latin typeface="Noto Sans CJK JP"/>
                </a:defRPr>
              </a:pPr>
              <a:r>
                <a:rPr sz="1355" b="0">
                  <a:solidFill>
                    <a:srgbClr val="FFFFFF"/>
                  </a:solidFill>
                  <a:latin typeface="Noto Sans CJK JP"/>
                  <a:ea typeface="Noto Sans CJK JP"/>
                </a:rPr>
                <a:t>C</a:t>
              </a:r>
            </a:p>
          </p:txBody>
        </p:sp>
      </p:grpSp>
      <p:sp>
        <p:nvSpPr>
          <p:cNvPr id="88" name="文字｜CF₄"/>
          <p:cNvSpPr txBox="1"/>
          <p:nvPr/>
        </p:nvSpPr>
        <p:spPr>
          <a:xfrm>
            <a:off x="1276350" y="6705600"/>
            <a:ext cx="685800" cy="3143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11111"/>
                </a:solidFill>
                <a:latin typeface="Noto Sans CJK JP"/>
              </a:defRPr>
            </a:pPr>
            <a:r>
              <a:rPr sz="1800" b="0">
                <a:solidFill>
                  <a:srgbClr val="111111"/>
                </a:solidFill>
                <a:latin typeface="Noto Sans CJK JP"/>
                <a:ea typeface="Noto Sans CJK JP"/>
              </a:rPr>
              <a:t>CF₄</a:t>
            </a:r>
          </a:p>
        </p:txBody>
      </p:sp>
      <p:grpSp>
        <p:nvGrpSpPr>
          <p:cNvPr id="89" name="分子・化学種｜O2"/>
          <p:cNvGrpSpPr/>
          <p:nvPr/>
        </p:nvGrpSpPr>
        <p:grpSpPr>
          <a:xfrm>
            <a:off x="483584" y="7441311"/>
            <a:ext cx="880681" cy="357378"/>
            <a:chOff x="483584" y="7441311"/>
            <a:chExt cx="880681" cy="357378"/>
          </a:xfrm>
        </p:grpSpPr>
        <p:cxnSp>
          <p:nvCxnSpPr>
            <p:cNvPr id="90" name="結合線・接続線"/>
            <p:cNvCxnSpPr/>
            <p:nvPr/>
          </p:nvCxnSpPr>
          <p:spPr>
            <a:xfrm>
              <a:off x="662273" y="7594473"/>
              <a:ext cx="523303" cy="0"/>
            </a:xfrm>
            <a:prstGeom prst="line">
              <a:avLst/>
            </a:prstGeom>
            <a:ln w="20955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結合線・接続線"/>
            <p:cNvCxnSpPr/>
            <p:nvPr/>
          </p:nvCxnSpPr>
          <p:spPr>
            <a:xfrm>
              <a:off x="662273" y="7645527"/>
              <a:ext cx="523303" cy="0"/>
            </a:xfrm>
            <a:prstGeom prst="line">
              <a:avLst/>
            </a:prstGeom>
            <a:ln w="20955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原子｜O"/>
            <p:cNvSpPr/>
            <p:nvPr/>
          </p:nvSpPr>
          <p:spPr>
            <a:xfrm>
              <a:off x="483584" y="7441311"/>
              <a:ext cx="357378" cy="357378"/>
            </a:xfrm>
            <a:prstGeom prst="ellipse">
              <a:avLst/>
            </a:prstGeom>
            <a:solidFill>
              <a:srgbClr val="EF826B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" name="文字｜O"/>
            <p:cNvSpPr txBox="1"/>
            <p:nvPr/>
          </p:nvSpPr>
          <p:spPr>
            <a:xfrm>
              <a:off x="483584" y="7441311"/>
              <a:ext cx="357378" cy="35737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519" b="0">
                  <a:solidFill>
                    <a:srgbClr val="111111"/>
                  </a:solidFill>
                  <a:latin typeface="Noto Sans CJK JP"/>
                </a:defRPr>
              </a:pPr>
              <a:r>
                <a:rPr sz="1519" b="0">
                  <a:solidFill>
                    <a:srgbClr val="111111"/>
                  </a:solidFill>
                  <a:latin typeface="Noto Sans CJK JP"/>
                  <a:ea typeface="Noto Sans CJK JP"/>
                </a:rPr>
                <a:t>O</a:t>
              </a:r>
            </a:p>
          </p:txBody>
        </p:sp>
        <p:sp>
          <p:nvSpPr>
            <p:cNvPr id="94" name="原子｜O"/>
            <p:cNvSpPr/>
            <p:nvPr/>
          </p:nvSpPr>
          <p:spPr>
            <a:xfrm>
              <a:off x="1006887" y="7441311"/>
              <a:ext cx="357378" cy="357378"/>
            </a:xfrm>
            <a:prstGeom prst="ellipse">
              <a:avLst/>
            </a:prstGeom>
            <a:solidFill>
              <a:srgbClr val="EF826B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" name="文字｜O"/>
            <p:cNvSpPr txBox="1"/>
            <p:nvPr/>
          </p:nvSpPr>
          <p:spPr>
            <a:xfrm>
              <a:off x="1006887" y="7441311"/>
              <a:ext cx="357378" cy="35737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519" b="0">
                  <a:solidFill>
                    <a:srgbClr val="111111"/>
                  </a:solidFill>
                  <a:latin typeface="Noto Sans CJK JP"/>
                </a:defRPr>
              </a:pPr>
              <a:r>
                <a:rPr sz="1519" b="0">
                  <a:solidFill>
                    <a:srgbClr val="111111"/>
                  </a:solidFill>
                  <a:latin typeface="Noto Sans CJK JP"/>
                  <a:ea typeface="Noto Sans CJK JP"/>
                </a:rPr>
                <a:t>O</a:t>
              </a:r>
            </a:p>
          </p:txBody>
        </p:sp>
      </p:grpSp>
      <p:sp>
        <p:nvSpPr>
          <p:cNvPr id="96" name="文字｜O₂"/>
          <p:cNvSpPr txBox="1"/>
          <p:nvPr/>
        </p:nvSpPr>
        <p:spPr>
          <a:xfrm>
            <a:off x="1323975" y="7734300"/>
            <a:ext cx="619125" cy="3333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11111"/>
                </a:solidFill>
                <a:latin typeface="Noto Sans CJK JP"/>
              </a:defRPr>
            </a:pPr>
            <a:r>
              <a:rPr sz="1800" b="0">
                <a:solidFill>
                  <a:srgbClr val="111111"/>
                </a:solidFill>
                <a:latin typeface="Noto Sans CJK JP"/>
                <a:ea typeface="Noto Sans CJK JP"/>
              </a:rPr>
              <a:t>O₂</a:t>
            </a:r>
          </a:p>
        </p:txBody>
      </p:sp>
      <p:grpSp>
        <p:nvGrpSpPr>
          <p:cNvPr id="97" name="分子・化学種｜Ar"/>
          <p:cNvGrpSpPr/>
          <p:nvPr/>
        </p:nvGrpSpPr>
        <p:grpSpPr>
          <a:xfrm>
            <a:off x="730758" y="8169783"/>
            <a:ext cx="405384" cy="405384"/>
            <a:chOff x="730758" y="8169783"/>
            <a:chExt cx="405384" cy="405384"/>
          </a:xfrm>
        </p:grpSpPr>
        <p:sp>
          <p:nvSpPr>
            <p:cNvPr id="98" name="原子｜Ar"/>
            <p:cNvSpPr/>
            <p:nvPr/>
          </p:nvSpPr>
          <p:spPr>
            <a:xfrm>
              <a:off x="730758" y="8169783"/>
              <a:ext cx="405384" cy="405384"/>
            </a:xfrm>
            <a:prstGeom prst="ellipse">
              <a:avLst/>
            </a:prstGeom>
            <a:solidFill>
              <a:srgbClr val="BBA6DB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" name="文字｜Ar"/>
            <p:cNvSpPr txBox="1"/>
            <p:nvPr/>
          </p:nvSpPr>
          <p:spPr>
            <a:xfrm>
              <a:off x="730758" y="8169783"/>
              <a:ext cx="405384" cy="40538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723" b="0">
                  <a:solidFill>
                    <a:srgbClr val="111111"/>
                  </a:solidFill>
                  <a:latin typeface="Noto Sans CJK JP"/>
                </a:defRPr>
              </a:pPr>
              <a:r>
                <a:rPr sz="1723" b="0">
                  <a:solidFill>
                    <a:srgbClr val="111111"/>
                  </a:solidFill>
                  <a:latin typeface="Noto Sans CJK JP"/>
                  <a:ea typeface="Noto Sans CJK JP"/>
                </a:rPr>
                <a:t>Ar</a:t>
              </a:r>
            </a:p>
          </p:txBody>
        </p:sp>
      </p:grpSp>
      <p:sp>
        <p:nvSpPr>
          <p:cNvPr id="100" name="文字｜Ar"/>
          <p:cNvSpPr txBox="1"/>
          <p:nvPr/>
        </p:nvSpPr>
        <p:spPr>
          <a:xfrm>
            <a:off x="1323975" y="8172450"/>
            <a:ext cx="600075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11111"/>
                </a:solidFill>
                <a:latin typeface="Noto Sans CJK JP"/>
              </a:defRPr>
            </a:pPr>
            <a:r>
              <a:rPr sz="1800" b="0">
                <a:solidFill>
                  <a:srgbClr val="111111"/>
                </a:solidFill>
                <a:latin typeface="Noto Sans CJK JP"/>
                <a:ea typeface="Noto Sans CJK JP"/>
              </a:rPr>
              <a:t>Ar</a:t>
            </a:r>
          </a:p>
        </p:txBody>
      </p:sp>
      <p:sp>
        <p:nvSpPr>
          <p:cNvPr id="101" name="枠｜e⁻ + CF₄ → e⁻ + CF₃ + F"/>
          <p:cNvSpPr/>
          <p:nvPr/>
        </p:nvSpPr>
        <p:spPr>
          <a:xfrm>
            <a:off x="2571750" y="5791200"/>
            <a:ext cx="2314575" cy="514350"/>
          </a:xfrm>
          <a:prstGeom prst="rect">
            <a:avLst/>
          </a:prstGeom>
          <a:noFill/>
          <a:ln w="1524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文字｜e⁻ + CF₄ → e⁻ + CF₃ + F"/>
          <p:cNvSpPr txBox="1"/>
          <p:nvPr/>
        </p:nvSpPr>
        <p:spPr>
          <a:xfrm>
            <a:off x="2647950" y="5838825"/>
            <a:ext cx="2162175" cy="419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32" b="0">
                <a:solidFill>
                  <a:srgbClr val="111111"/>
                </a:solidFill>
                <a:latin typeface="Noto Sans CJK JP"/>
              </a:defRPr>
            </a:pPr>
            <a:r>
              <a:rPr sz="1332" b="0">
                <a:solidFill>
                  <a:srgbClr val="111111"/>
                </a:solidFill>
                <a:latin typeface="Noto Sans CJK JP"/>
                <a:ea typeface="Noto Sans CJK JP"/>
              </a:rPr>
              <a:t>e⁻ + CF₄ → e⁻ + CF₃ + F</a:t>
            </a:r>
          </a:p>
        </p:txBody>
      </p:sp>
      <p:sp>
        <p:nvSpPr>
          <p:cNvPr id="103" name="枠｜e⁻ + O₂ → e⁻ + 2O"/>
          <p:cNvSpPr/>
          <p:nvPr/>
        </p:nvSpPr>
        <p:spPr>
          <a:xfrm>
            <a:off x="2571750" y="7458075"/>
            <a:ext cx="2314575" cy="504825"/>
          </a:xfrm>
          <a:prstGeom prst="rect">
            <a:avLst/>
          </a:prstGeom>
          <a:noFill/>
          <a:ln w="1524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文字｜e⁻ + O₂ → e⁻ + 2O"/>
          <p:cNvSpPr txBox="1"/>
          <p:nvPr/>
        </p:nvSpPr>
        <p:spPr>
          <a:xfrm>
            <a:off x="2647950" y="7505700"/>
            <a:ext cx="2162175" cy="4095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111111"/>
                </a:solidFill>
                <a:latin typeface="Noto Sans CJK JP"/>
              </a:defRPr>
            </a:pPr>
            <a:r>
              <a:rPr sz="1725" b="0">
                <a:solidFill>
                  <a:srgbClr val="111111"/>
                </a:solidFill>
                <a:latin typeface="Noto Sans CJK JP"/>
                <a:ea typeface="Noto Sans CJK JP"/>
              </a:rPr>
              <a:t>e⁻ + O₂ → e⁻ + 2O</a:t>
            </a:r>
          </a:p>
        </p:txBody>
      </p:sp>
      <p:sp>
        <p:nvSpPr>
          <p:cNvPr id="105" name="曲線矢印"/>
          <p:cNvSpPr/>
          <p:nvPr/>
        </p:nvSpPr>
        <p:spPr>
          <a:xfrm>
            <a:off x="1362075" y="5619750"/>
            <a:ext cx="1133475" cy="371475"/>
          </a:xfrm>
          <a:custGeom>
            <a:avLst/>
            <a:gdLst/>
            <a:ahLst/>
            <a:cxnLst/>
            <a:rect l="0" t="0" r="w" b="h"/>
            <a:pathLst>
              <a:path w="100000" h="100000" fill="none" stroke="1">
                <a:moveTo>
                  <a:pt x="0" y="10256"/>
                </a:moveTo>
                <a:cubicBezTo>
                  <a:pt x="38655" y="10256"/>
                  <a:pt x="61345" y="0"/>
                  <a:pt x="63025" y="41026"/>
                </a:cubicBezTo>
                <a:cubicBezTo>
                  <a:pt x="63866" y="100000"/>
                  <a:pt x="71429" y="89744"/>
                  <a:pt x="100000" y="89744"/>
                </a:cubicBezTo>
              </a:path>
            </a:pathLst>
          </a:custGeom>
          <a:noFill/>
          <a:ln w="20955">
            <a:solidFill>
              <a:srgbClr val="111111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曲線矢印"/>
          <p:cNvSpPr/>
          <p:nvPr/>
        </p:nvSpPr>
        <p:spPr>
          <a:xfrm>
            <a:off x="1590675" y="6143625"/>
            <a:ext cx="914400" cy="342900"/>
          </a:xfrm>
          <a:custGeom>
            <a:avLst/>
            <a:gdLst/>
            <a:ahLst/>
            <a:cxnLst/>
            <a:rect l="0" t="0" r="w" b="h"/>
            <a:pathLst>
              <a:path w="100000" h="100000" fill="none" stroke="1">
                <a:moveTo>
                  <a:pt x="0" y="94444"/>
                </a:moveTo>
                <a:cubicBezTo>
                  <a:pt x="36458" y="94444"/>
                  <a:pt x="53125" y="100000"/>
                  <a:pt x="53125" y="50000"/>
                </a:cubicBezTo>
                <a:cubicBezTo>
                  <a:pt x="53125" y="0"/>
                  <a:pt x="70833" y="2778"/>
                  <a:pt x="100000" y="2778"/>
                </a:cubicBezTo>
              </a:path>
            </a:pathLst>
          </a:custGeom>
          <a:noFill/>
          <a:ln w="20955">
            <a:solidFill>
              <a:srgbClr val="111111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7" name="結合線・接続線"/>
          <p:cNvCxnSpPr/>
          <p:nvPr/>
        </p:nvCxnSpPr>
        <p:spPr>
          <a:xfrm>
            <a:off x="1457325" y="7620000"/>
            <a:ext cx="1047750" cy="0"/>
          </a:xfrm>
          <a:prstGeom prst="line">
            <a:avLst/>
          </a:prstGeom>
          <a:ln w="20955">
            <a:solidFill>
              <a:srgbClr val="11111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8" name="分子・化学種｜CF3"/>
          <p:cNvGrpSpPr/>
          <p:nvPr/>
        </p:nvGrpSpPr>
        <p:grpSpPr>
          <a:xfrm>
            <a:off x="5385435" y="5210175"/>
            <a:ext cx="925830" cy="994409"/>
            <a:chOff x="5385435" y="5210175"/>
            <a:chExt cx="925830" cy="994409"/>
          </a:xfrm>
        </p:grpSpPr>
        <p:cxnSp>
          <p:nvCxnSpPr>
            <p:cNvPr id="109" name="結合線・接続線"/>
            <p:cNvCxnSpPr/>
            <p:nvPr/>
          </p:nvCxnSpPr>
          <p:spPr>
            <a:xfrm flipV="1">
              <a:off x="5848350" y="5404485"/>
              <a:ext cx="0" cy="320040"/>
            </a:xfrm>
            <a:prstGeom prst="line">
              <a:avLst/>
            </a:prstGeom>
            <a:ln w="21907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結合線・接続線"/>
            <p:cNvCxnSpPr/>
            <p:nvPr/>
          </p:nvCxnSpPr>
          <p:spPr>
            <a:xfrm flipH="1">
              <a:off x="5596890" y="5724525"/>
              <a:ext cx="251460" cy="114300"/>
            </a:xfrm>
            <a:prstGeom prst="line">
              <a:avLst/>
            </a:prstGeom>
            <a:ln w="21907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結合線・接続線"/>
            <p:cNvCxnSpPr/>
            <p:nvPr/>
          </p:nvCxnSpPr>
          <p:spPr>
            <a:xfrm>
              <a:off x="5848350" y="5724525"/>
              <a:ext cx="257175" cy="102869"/>
            </a:xfrm>
            <a:prstGeom prst="line">
              <a:avLst/>
            </a:prstGeom>
            <a:ln w="21907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原子｜F"/>
            <p:cNvSpPr/>
            <p:nvPr/>
          </p:nvSpPr>
          <p:spPr>
            <a:xfrm>
              <a:off x="5716905" y="5273040"/>
              <a:ext cx="262890" cy="262890"/>
            </a:xfrm>
            <a:prstGeom prst="ellipse">
              <a:avLst/>
            </a:prstGeom>
            <a:solidFill>
              <a:srgbClr val="AED396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" name="文字｜F"/>
            <p:cNvSpPr txBox="1"/>
            <p:nvPr/>
          </p:nvSpPr>
          <p:spPr>
            <a:xfrm>
              <a:off x="5716905" y="5273040"/>
              <a:ext cx="262890" cy="26289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117" b="0">
                  <a:solidFill>
                    <a:srgbClr val="111111"/>
                  </a:solidFill>
                  <a:latin typeface="Noto Sans CJK JP"/>
                </a:defRPr>
              </a:pPr>
              <a:r>
                <a:rPr sz="1117" b="0">
                  <a:solidFill>
                    <a:srgbClr val="111111"/>
                  </a:solidFill>
                  <a:latin typeface="Noto Sans CJK JP"/>
                  <a:ea typeface="Noto Sans CJK JP"/>
                </a:rPr>
                <a:t>F</a:t>
              </a:r>
            </a:p>
          </p:txBody>
        </p:sp>
        <p:sp>
          <p:nvSpPr>
            <p:cNvPr id="114" name="原子｜F"/>
            <p:cNvSpPr/>
            <p:nvPr/>
          </p:nvSpPr>
          <p:spPr>
            <a:xfrm>
              <a:off x="5465445" y="5707380"/>
              <a:ext cx="262890" cy="262890"/>
            </a:xfrm>
            <a:prstGeom prst="ellipse">
              <a:avLst/>
            </a:prstGeom>
            <a:solidFill>
              <a:srgbClr val="AED396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文字｜F"/>
            <p:cNvSpPr txBox="1"/>
            <p:nvPr/>
          </p:nvSpPr>
          <p:spPr>
            <a:xfrm>
              <a:off x="5465445" y="5707380"/>
              <a:ext cx="262890" cy="26289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117" b="0">
                  <a:solidFill>
                    <a:srgbClr val="111111"/>
                  </a:solidFill>
                  <a:latin typeface="Noto Sans CJK JP"/>
                </a:defRPr>
              </a:pPr>
              <a:r>
                <a:rPr sz="1117" b="0">
                  <a:solidFill>
                    <a:srgbClr val="111111"/>
                  </a:solidFill>
                  <a:latin typeface="Noto Sans CJK JP"/>
                  <a:ea typeface="Noto Sans CJK JP"/>
                </a:rPr>
                <a:t>F</a:t>
              </a:r>
            </a:p>
          </p:txBody>
        </p:sp>
        <p:sp>
          <p:nvSpPr>
            <p:cNvPr id="116" name="原子｜F"/>
            <p:cNvSpPr/>
            <p:nvPr/>
          </p:nvSpPr>
          <p:spPr>
            <a:xfrm>
              <a:off x="5974080" y="5695950"/>
              <a:ext cx="262890" cy="262890"/>
            </a:xfrm>
            <a:prstGeom prst="ellipse">
              <a:avLst/>
            </a:prstGeom>
            <a:solidFill>
              <a:srgbClr val="AED396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" name="文字｜F"/>
            <p:cNvSpPr txBox="1"/>
            <p:nvPr/>
          </p:nvSpPr>
          <p:spPr>
            <a:xfrm>
              <a:off x="5974080" y="5695950"/>
              <a:ext cx="262890" cy="26289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117" b="0">
                  <a:solidFill>
                    <a:srgbClr val="111111"/>
                  </a:solidFill>
                  <a:latin typeface="Noto Sans CJK JP"/>
                </a:defRPr>
              </a:pPr>
              <a:r>
                <a:rPr sz="1117" b="0">
                  <a:solidFill>
                    <a:srgbClr val="111111"/>
                  </a:solidFill>
                  <a:latin typeface="Noto Sans CJK JP"/>
                  <a:ea typeface="Noto Sans CJK JP"/>
                </a:rPr>
                <a:t>F</a:t>
              </a:r>
            </a:p>
          </p:txBody>
        </p:sp>
        <p:sp>
          <p:nvSpPr>
            <p:cNvPr id="118" name="原子｜C"/>
            <p:cNvSpPr/>
            <p:nvPr/>
          </p:nvSpPr>
          <p:spPr>
            <a:xfrm>
              <a:off x="5694045" y="5570219"/>
              <a:ext cx="308609" cy="308609"/>
            </a:xfrm>
            <a:prstGeom prst="ellipse">
              <a:avLst/>
            </a:prstGeom>
            <a:solidFill>
              <a:srgbClr val="555958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" name="文字｜C"/>
            <p:cNvSpPr txBox="1"/>
            <p:nvPr/>
          </p:nvSpPr>
          <p:spPr>
            <a:xfrm>
              <a:off x="5694045" y="5570219"/>
              <a:ext cx="308609" cy="30860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312" b="0">
                  <a:solidFill>
                    <a:srgbClr val="FFFFFF"/>
                  </a:solidFill>
                  <a:latin typeface="Noto Sans CJK JP"/>
                </a:defRPr>
              </a:pPr>
              <a:r>
                <a:rPr sz="1312" b="0">
                  <a:solidFill>
                    <a:srgbClr val="FFFFFF"/>
                  </a:solidFill>
                  <a:latin typeface="Noto Sans CJK JP"/>
                  <a:ea typeface="Noto Sans CJK JP"/>
                </a:rPr>
                <a:t>C</a:t>
              </a:r>
            </a:p>
          </p:txBody>
        </p:sp>
        <p:sp>
          <p:nvSpPr>
            <p:cNvPr id="120" name="新規生成種の強調円"/>
            <p:cNvSpPr/>
            <p:nvPr/>
          </p:nvSpPr>
          <p:spPr>
            <a:xfrm>
              <a:off x="5385435" y="5210175"/>
              <a:ext cx="925830" cy="994409"/>
            </a:xfrm>
            <a:prstGeom prst="ellipse">
              <a:avLst/>
            </a:prstGeom>
            <a:noFill/>
            <a:ln w="17145">
              <a:solidFill>
                <a:srgbClr val="005E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21" name="文字｜CF₃"/>
          <p:cNvSpPr txBox="1"/>
          <p:nvPr/>
        </p:nvSpPr>
        <p:spPr>
          <a:xfrm>
            <a:off x="6124575" y="6010275"/>
            <a:ext cx="6477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111111"/>
                </a:solidFill>
                <a:latin typeface="Noto Sans CJK JP"/>
              </a:defRPr>
            </a:pPr>
            <a:r>
              <a:rPr sz="1725" b="0">
                <a:solidFill>
                  <a:srgbClr val="111111"/>
                </a:solidFill>
                <a:latin typeface="Noto Sans CJK JP"/>
                <a:ea typeface="Noto Sans CJK JP"/>
              </a:rPr>
              <a:t>CF₃</a:t>
            </a:r>
          </a:p>
        </p:txBody>
      </p:sp>
      <p:grpSp>
        <p:nvGrpSpPr>
          <p:cNvPr id="122" name="分子・化学種｜F"/>
          <p:cNvGrpSpPr/>
          <p:nvPr/>
        </p:nvGrpSpPr>
        <p:grpSpPr>
          <a:xfrm>
            <a:off x="5606891" y="6265068"/>
            <a:ext cx="482917" cy="557212"/>
            <a:chOff x="5606891" y="6265068"/>
            <a:chExt cx="482917" cy="557212"/>
          </a:xfrm>
        </p:grpSpPr>
        <p:sp>
          <p:nvSpPr>
            <p:cNvPr id="123" name="原子｜F"/>
            <p:cNvSpPr/>
            <p:nvPr/>
          </p:nvSpPr>
          <p:spPr>
            <a:xfrm>
              <a:off x="5674995" y="6370319"/>
              <a:ext cx="346710" cy="346710"/>
            </a:xfrm>
            <a:prstGeom prst="ellipse">
              <a:avLst/>
            </a:prstGeom>
            <a:solidFill>
              <a:srgbClr val="AED396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" name="文字｜F"/>
            <p:cNvSpPr txBox="1"/>
            <p:nvPr/>
          </p:nvSpPr>
          <p:spPr>
            <a:xfrm>
              <a:off x="5674995" y="6370319"/>
              <a:ext cx="346710" cy="34671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474" b="0">
                  <a:solidFill>
                    <a:srgbClr val="111111"/>
                  </a:solidFill>
                  <a:latin typeface="Noto Sans CJK JP"/>
                </a:defRPr>
              </a:pPr>
              <a:r>
                <a:rPr sz="1474" b="0">
                  <a:solidFill>
                    <a:srgbClr val="111111"/>
                  </a:solidFill>
                  <a:latin typeface="Noto Sans CJK JP"/>
                  <a:ea typeface="Noto Sans CJK JP"/>
                </a:rPr>
                <a:t>F</a:t>
              </a:r>
            </a:p>
          </p:txBody>
        </p:sp>
        <p:sp>
          <p:nvSpPr>
            <p:cNvPr id="125" name="新規生成種の強調円"/>
            <p:cNvSpPr/>
            <p:nvPr/>
          </p:nvSpPr>
          <p:spPr>
            <a:xfrm>
              <a:off x="5606891" y="6265068"/>
              <a:ext cx="482917" cy="557212"/>
            </a:xfrm>
            <a:prstGeom prst="ellipse">
              <a:avLst/>
            </a:prstGeom>
            <a:noFill/>
            <a:ln w="17145">
              <a:solidFill>
                <a:srgbClr val="005E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26" name="文字｜F"/>
          <p:cNvSpPr txBox="1"/>
          <p:nvPr/>
        </p:nvSpPr>
        <p:spPr>
          <a:xfrm>
            <a:off x="5762625" y="6772275"/>
            <a:ext cx="314325" cy="3333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111111"/>
                </a:solidFill>
                <a:latin typeface="Noto Sans CJK JP"/>
              </a:defRPr>
            </a:pPr>
            <a:r>
              <a:rPr sz="1725" b="0">
                <a:solidFill>
                  <a:srgbClr val="111111"/>
                </a:solidFill>
                <a:latin typeface="Noto Sans CJK JP"/>
                <a:ea typeface="Noto Sans CJK JP"/>
              </a:rPr>
              <a:t>F</a:t>
            </a:r>
          </a:p>
        </p:txBody>
      </p:sp>
      <p:grpSp>
        <p:nvGrpSpPr>
          <p:cNvPr id="127" name="分子・化学種｜O"/>
          <p:cNvGrpSpPr/>
          <p:nvPr/>
        </p:nvGrpSpPr>
        <p:grpSpPr>
          <a:xfrm>
            <a:off x="5584602" y="7020401"/>
            <a:ext cx="527494" cy="608647"/>
            <a:chOff x="5584602" y="7020401"/>
            <a:chExt cx="527494" cy="608647"/>
          </a:xfrm>
        </p:grpSpPr>
        <p:sp>
          <p:nvSpPr>
            <p:cNvPr id="128" name="原子｜O"/>
            <p:cNvSpPr/>
            <p:nvPr/>
          </p:nvSpPr>
          <p:spPr>
            <a:xfrm>
              <a:off x="5658993" y="7135368"/>
              <a:ext cx="378713" cy="378713"/>
            </a:xfrm>
            <a:prstGeom prst="ellipse">
              <a:avLst/>
            </a:prstGeom>
            <a:solidFill>
              <a:srgbClr val="EF826B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" name="文字｜O"/>
            <p:cNvSpPr txBox="1"/>
            <p:nvPr/>
          </p:nvSpPr>
          <p:spPr>
            <a:xfrm>
              <a:off x="5658993" y="7135368"/>
              <a:ext cx="378713" cy="37871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610" b="0">
                  <a:solidFill>
                    <a:srgbClr val="111111"/>
                  </a:solidFill>
                  <a:latin typeface="Noto Sans CJK JP"/>
                </a:defRPr>
              </a:pPr>
              <a:r>
                <a:rPr sz="1610" b="0">
                  <a:solidFill>
                    <a:srgbClr val="111111"/>
                  </a:solidFill>
                  <a:latin typeface="Noto Sans CJK JP"/>
                  <a:ea typeface="Noto Sans CJK JP"/>
                </a:rPr>
                <a:t>O</a:t>
              </a:r>
            </a:p>
          </p:txBody>
        </p:sp>
        <p:sp>
          <p:nvSpPr>
            <p:cNvPr id="130" name="新規生成種の強調円"/>
            <p:cNvSpPr/>
            <p:nvPr/>
          </p:nvSpPr>
          <p:spPr>
            <a:xfrm>
              <a:off x="5584602" y="7020401"/>
              <a:ext cx="527494" cy="608647"/>
            </a:xfrm>
            <a:prstGeom prst="ellipse">
              <a:avLst/>
            </a:prstGeom>
            <a:noFill/>
            <a:ln w="17145">
              <a:solidFill>
                <a:srgbClr val="005E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31" name="文字｜O"/>
          <p:cNvSpPr txBox="1"/>
          <p:nvPr/>
        </p:nvSpPr>
        <p:spPr>
          <a:xfrm>
            <a:off x="6181725" y="7372350"/>
            <a:ext cx="304800" cy="3143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111111"/>
                </a:solidFill>
                <a:latin typeface="Noto Sans CJK JP"/>
              </a:defRPr>
            </a:pPr>
            <a:r>
              <a:rPr sz="1725" b="0">
                <a:solidFill>
                  <a:srgbClr val="111111"/>
                </a:solidFill>
                <a:latin typeface="Noto Sans CJK JP"/>
                <a:ea typeface="Noto Sans CJK JP"/>
              </a:rPr>
              <a:t>O</a:t>
            </a:r>
          </a:p>
        </p:txBody>
      </p:sp>
      <p:grpSp>
        <p:nvGrpSpPr>
          <p:cNvPr id="132" name="分子・化学種｜O"/>
          <p:cNvGrpSpPr/>
          <p:nvPr/>
        </p:nvGrpSpPr>
        <p:grpSpPr>
          <a:xfrm>
            <a:off x="5584602" y="7734776"/>
            <a:ext cx="527494" cy="608647"/>
            <a:chOff x="5584602" y="7734776"/>
            <a:chExt cx="527494" cy="608647"/>
          </a:xfrm>
        </p:grpSpPr>
        <p:sp>
          <p:nvSpPr>
            <p:cNvPr id="133" name="原子｜O"/>
            <p:cNvSpPr/>
            <p:nvPr/>
          </p:nvSpPr>
          <p:spPr>
            <a:xfrm>
              <a:off x="5658993" y="7849742"/>
              <a:ext cx="378713" cy="378713"/>
            </a:xfrm>
            <a:prstGeom prst="ellipse">
              <a:avLst/>
            </a:prstGeom>
            <a:solidFill>
              <a:srgbClr val="EF826B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4" name="文字｜O"/>
            <p:cNvSpPr txBox="1"/>
            <p:nvPr/>
          </p:nvSpPr>
          <p:spPr>
            <a:xfrm>
              <a:off x="5658993" y="7849742"/>
              <a:ext cx="378713" cy="37871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610" b="0">
                  <a:solidFill>
                    <a:srgbClr val="111111"/>
                  </a:solidFill>
                  <a:latin typeface="Noto Sans CJK JP"/>
                </a:defRPr>
              </a:pPr>
              <a:r>
                <a:rPr sz="1610" b="0">
                  <a:solidFill>
                    <a:srgbClr val="111111"/>
                  </a:solidFill>
                  <a:latin typeface="Noto Sans CJK JP"/>
                  <a:ea typeface="Noto Sans CJK JP"/>
                </a:rPr>
                <a:t>O</a:t>
              </a:r>
            </a:p>
          </p:txBody>
        </p:sp>
        <p:sp>
          <p:nvSpPr>
            <p:cNvPr id="135" name="新規生成種の強調円"/>
            <p:cNvSpPr/>
            <p:nvPr/>
          </p:nvSpPr>
          <p:spPr>
            <a:xfrm>
              <a:off x="5584602" y="7734776"/>
              <a:ext cx="527494" cy="608647"/>
            </a:xfrm>
            <a:prstGeom prst="ellipse">
              <a:avLst/>
            </a:prstGeom>
            <a:noFill/>
            <a:ln w="17145">
              <a:solidFill>
                <a:srgbClr val="005E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36" name="文字｜O"/>
          <p:cNvSpPr txBox="1"/>
          <p:nvPr/>
        </p:nvSpPr>
        <p:spPr>
          <a:xfrm>
            <a:off x="6181725" y="8058150"/>
            <a:ext cx="304800" cy="3143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111111"/>
                </a:solidFill>
                <a:latin typeface="Noto Sans CJK JP"/>
              </a:defRPr>
            </a:pPr>
            <a:r>
              <a:rPr sz="1725" b="0">
                <a:solidFill>
                  <a:srgbClr val="111111"/>
                </a:solidFill>
                <a:latin typeface="Noto Sans CJK JP"/>
                <a:ea typeface="Noto Sans CJK JP"/>
              </a:rPr>
              <a:t>O</a:t>
            </a:r>
          </a:p>
        </p:txBody>
      </p:sp>
      <p:sp>
        <p:nvSpPr>
          <p:cNvPr id="137" name="曲線矢印"/>
          <p:cNvSpPr/>
          <p:nvPr/>
        </p:nvSpPr>
        <p:spPr>
          <a:xfrm>
            <a:off x="4886325" y="5715000"/>
            <a:ext cx="438150" cy="285750"/>
          </a:xfrm>
          <a:custGeom>
            <a:avLst/>
            <a:gdLst/>
            <a:ahLst/>
            <a:cxnLst/>
            <a:rect l="0" t="0" r="w" b="h"/>
            <a:pathLst>
              <a:path w="100000" h="100000" fill="none" stroke="1">
                <a:moveTo>
                  <a:pt x="0" y="86667"/>
                </a:moveTo>
                <a:cubicBezTo>
                  <a:pt x="45652" y="86667"/>
                  <a:pt x="58696" y="100000"/>
                  <a:pt x="58696" y="43333"/>
                </a:cubicBezTo>
                <a:cubicBezTo>
                  <a:pt x="58696" y="3333"/>
                  <a:pt x="76087" y="3333"/>
                  <a:pt x="100000" y="0"/>
                </a:cubicBezTo>
              </a:path>
            </a:pathLst>
          </a:custGeom>
          <a:noFill/>
          <a:ln w="20955">
            <a:solidFill>
              <a:srgbClr val="111111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曲線矢印"/>
          <p:cNvSpPr/>
          <p:nvPr/>
        </p:nvSpPr>
        <p:spPr>
          <a:xfrm>
            <a:off x="4886325" y="6096000"/>
            <a:ext cx="638175" cy="447675"/>
          </a:xfrm>
          <a:custGeom>
            <a:avLst/>
            <a:gdLst/>
            <a:ahLst/>
            <a:cxnLst/>
            <a:rect l="0" t="0" r="w" b="h"/>
            <a:pathLst>
              <a:path w="100000" h="100000" fill="none" stroke="1">
                <a:moveTo>
                  <a:pt x="0" y="12766"/>
                </a:moveTo>
                <a:cubicBezTo>
                  <a:pt x="38806" y="12766"/>
                  <a:pt x="41791" y="0"/>
                  <a:pt x="43284" y="53191"/>
                </a:cubicBezTo>
                <a:cubicBezTo>
                  <a:pt x="44776" y="100000"/>
                  <a:pt x="62687" y="97872"/>
                  <a:pt x="100000" y="97872"/>
                </a:cubicBezTo>
              </a:path>
            </a:pathLst>
          </a:custGeom>
          <a:noFill/>
          <a:ln w="20955">
            <a:solidFill>
              <a:srgbClr val="111111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曲線矢印"/>
          <p:cNvSpPr/>
          <p:nvPr/>
        </p:nvSpPr>
        <p:spPr>
          <a:xfrm>
            <a:off x="4886325" y="7334250"/>
            <a:ext cx="600075" cy="285750"/>
          </a:xfrm>
          <a:custGeom>
            <a:avLst/>
            <a:gdLst/>
            <a:ahLst/>
            <a:cxnLst/>
            <a:rect l="0" t="0" r="w" b="h"/>
            <a:pathLst>
              <a:path w="100000" h="100000" fill="none" stroke="1">
                <a:moveTo>
                  <a:pt x="0" y="100000"/>
                </a:moveTo>
                <a:cubicBezTo>
                  <a:pt x="41270" y="100000"/>
                  <a:pt x="41270" y="93333"/>
                  <a:pt x="44444" y="43333"/>
                </a:cubicBezTo>
                <a:cubicBezTo>
                  <a:pt x="46032" y="0"/>
                  <a:pt x="60317" y="0"/>
                  <a:pt x="100000" y="0"/>
                </a:cubicBezTo>
              </a:path>
            </a:pathLst>
          </a:custGeom>
          <a:noFill/>
          <a:ln w="20955">
            <a:solidFill>
              <a:srgbClr val="111111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曲線矢印"/>
          <p:cNvSpPr/>
          <p:nvPr/>
        </p:nvSpPr>
        <p:spPr>
          <a:xfrm>
            <a:off x="4886325" y="7743825"/>
            <a:ext cx="600075" cy="304800"/>
          </a:xfrm>
          <a:custGeom>
            <a:avLst/>
            <a:gdLst/>
            <a:ahLst/>
            <a:cxnLst/>
            <a:rect l="0" t="0" r="w" b="h"/>
            <a:pathLst>
              <a:path w="100000" h="100000" fill="none" stroke="1">
                <a:moveTo>
                  <a:pt x="0" y="6250"/>
                </a:moveTo>
                <a:cubicBezTo>
                  <a:pt x="41270" y="6250"/>
                  <a:pt x="42857" y="0"/>
                  <a:pt x="44444" y="59375"/>
                </a:cubicBezTo>
                <a:cubicBezTo>
                  <a:pt x="46032" y="100000"/>
                  <a:pt x="60317" y="96875"/>
                  <a:pt x="100000" y="96875"/>
                </a:cubicBezTo>
              </a:path>
            </a:pathLst>
          </a:custGeom>
          <a:noFill/>
          <a:ln w="20955">
            <a:solidFill>
              <a:srgbClr val="111111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枠｜CF₃ + O → CF₂O + F"/>
          <p:cNvSpPr/>
          <p:nvPr/>
        </p:nvSpPr>
        <p:spPr>
          <a:xfrm>
            <a:off x="6905625" y="6334125"/>
            <a:ext cx="2000250" cy="609600"/>
          </a:xfrm>
          <a:prstGeom prst="rect">
            <a:avLst/>
          </a:prstGeom>
          <a:noFill/>
          <a:ln w="1524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文字｜CF₃ + O → CF₂O + F"/>
          <p:cNvSpPr txBox="1"/>
          <p:nvPr/>
        </p:nvSpPr>
        <p:spPr>
          <a:xfrm>
            <a:off x="6981825" y="6381750"/>
            <a:ext cx="1847850" cy="514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6" b="0">
                <a:solidFill>
                  <a:srgbClr val="111111"/>
                </a:solidFill>
                <a:latin typeface="Noto Sans CJK JP"/>
              </a:defRPr>
            </a:pPr>
            <a:r>
              <a:rPr sz="1436" b="0">
                <a:solidFill>
                  <a:srgbClr val="111111"/>
                </a:solidFill>
                <a:latin typeface="Noto Sans CJK JP"/>
                <a:ea typeface="Noto Sans CJK JP"/>
              </a:rPr>
              <a:t>CF₃ + O → CF₂O + F</a:t>
            </a:r>
          </a:p>
        </p:txBody>
      </p:sp>
      <p:sp>
        <p:nvSpPr>
          <p:cNvPr id="143" name="曲線矢印"/>
          <p:cNvSpPr/>
          <p:nvPr/>
        </p:nvSpPr>
        <p:spPr>
          <a:xfrm>
            <a:off x="6315075" y="5743575"/>
            <a:ext cx="533400" cy="628650"/>
          </a:xfrm>
          <a:custGeom>
            <a:avLst/>
            <a:gdLst/>
            <a:ahLst/>
            <a:cxnLst/>
            <a:rect l="0" t="0" r="w" b="h"/>
            <a:pathLst>
              <a:path w="100000" h="100000" fill="none" stroke="1">
                <a:moveTo>
                  <a:pt x="0" y="0"/>
                </a:moveTo>
                <a:cubicBezTo>
                  <a:pt x="44643" y="16667"/>
                  <a:pt x="44643" y="62121"/>
                  <a:pt x="100000" y="100000"/>
                </a:cubicBezTo>
              </a:path>
            </a:pathLst>
          </a:custGeom>
          <a:noFill/>
          <a:ln w="20955">
            <a:solidFill>
              <a:srgbClr val="111111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曲線矢印"/>
          <p:cNvSpPr/>
          <p:nvPr/>
        </p:nvSpPr>
        <p:spPr>
          <a:xfrm>
            <a:off x="6200775" y="6800850"/>
            <a:ext cx="647700" cy="533400"/>
          </a:xfrm>
          <a:custGeom>
            <a:avLst/>
            <a:gdLst/>
            <a:ahLst/>
            <a:cxnLst/>
            <a:rect l="0" t="0" r="w" b="h"/>
            <a:pathLst>
              <a:path w="100000" h="100000" fill="none" stroke="1">
                <a:moveTo>
                  <a:pt x="0" y="100000"/>
                </a:moveTo>
                <a:cubicBezTo>
                  <a:pt x="58824" y="96429"/>
                  <a:pt x="57353" y="32143"/>
                  <a:pt x="100000" y="0"/>
                </a:cubicBezTo>
              </a:path>
            </a:pathLst>
          </a:custGeom>
          <a:noFill/>
          <a:ln w="20955">
            <a:solidFill>
              <a:srgbClr val="111111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45" name="分子・化学種｜CF2O"/>
          <p:cNvGrpSpPr/>
          <p:nvPr/>
        </p:nvGrpSpPr>
        <p:grpSpPr>
          <a:xfrm>
            <a:off x="9272016" y="5530215"/>
            <a:ext cx="1172718" cy="1259586"/>
            <a:chOff x="9272016" y="5530215"/>
            <a:chExt cx="1172718" cy="1259586"/>
          </a:xfrm>
        </p:grpSpPr>
        <p:cxnSp>
          <p:nvCxnSpPr>
            <p:cNvPr id="146" name="結合線・接続線"/>
            <p:cNvCxnSpPr/>
            <p:nvPr/>
          </p:nvCxnSpPr>
          <p:spPr>
            <a:xfrm flipV="1">
              <a:off x="9829419" y="5776341"/>
              <a:ext cx="0" cy="405384"/>
            </a:xfrm>
            <a:prstGeom prst="line">
              <a:avLst/>
            </a:prstGeom>
            <a:ln w="19050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結合線・接続線"/>
            <p:cNvCxnSpPr/>
            <p:nvPr/>
          </p:nvCxnSpPr>
          <p:spPr>
            <a:xfrm flipV="1">
              <a:off x="9887331" y="5776341"/>
              <a:ext cx="0" cy="405384"/>
            </a:xfrm>
            <a:prstGeom prst="line">
              <a:avLst/>
            </a:prstGeom>
            <a:ln w="19050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結合線・接続線"/>
            <p:cNvCxnSpPr/>
            <p:nvPr/>
          </p:nvCxnSpPr>
          <p:spPr>
            <a:xfrm flipH="1">
              <a:off x="9518142" y="6181725"/>
              <a:ext cx="340233" cy="152019"/>
            </a:xfrm>
            <a:prstGeom prst="line">
              <a:avLst/>
            </a:prstGeom>
            <a:ln w="21907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結合線・接続線"/>
            <p:cNvCxnSpPr/>
            <p:nvPr/>
          </p:nvCxnSpPr>
          <p:spPr>
            <a:xfrm>
              <a:off x="9858375" y="6181725"/>
              <a:ext cx="340233" cy="152019"/>
            </a:xfrm>
            <a:prstGeom prst="line">
              <a:avLst/>
            </a:prstGeom>
            <a:ln w="21907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0" name="原子｜O"/>
            <p:cNvSpPr/>
            <p:nvPr/>
          </p:nvSpPr>
          <p:spPr>
            <a:xfrm>
              <a:off x="9677400" y="5595366"/>
              <a:ext cx="361950" cy="361950"/>
            </a:xfrm>
            <a:prstGeom prst="ellipse">
              <a:avLst/>
            </a:prstGeom>
            <a:solidFill>
              <a:srgbClr val="EF826B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1" name="文字｜O"/>
            <p:cNvSpPr txBox="1"/>
            <p:nvPr/>
          </p:nvSpPr>
          <p:spPr>
            <a:xfrm>
              <a:off x="9677400" y="5595366"/>
              <a:ext cx="361950" cy="36195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539" b="0">
                  <a:solidFill>
                    <a:srgbClr val="111111"/>
                  </a:solidFill>
                  <a:latin typeface="Noto Sans CJK JP"/>
                </a:defRPr>
              </a:pPr>
              <a:r>
                <a:rPr sz="1539" b="0">
                  <a:solidFill>
                    <a:srgbClr val="111111"/>
                  </a:solidFill>
                  <a:latin typeface="Noto Sans CJK JP"/>
                  <a:ea typeface="Noto Sans CJK JP"/>
                </a:rPr>
                <a:t>O</a:t>
              </a:r>
            </a:p>
          </p:txBody>
        </p:sp>
        <p:sp>
          <p:nvSpPr>
            <p:cNvPr id="152" name="原子｜F"/>
            <p:cNvSpPr/>
            <p:nvPr/>
          </p:nvSpPr>
          <p:spPr>
            <a:xfrm>
              <a:off x="9351645" y="6167247"/>
              <a:ext cx="332994" cy="332994"/>
            </a:xfrm>
            <a:prstGeom prst="ellipse">
              <a:avLst/>
            </a:prstGeom>
            <a:solidFill>
              <a:srgbClr val="AED396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3" name="文字｜F"/>
            <p:cNvSpPr txBox="1"/>
            <p:nvPr/>
          </p:nvSpPr>
          <p:spPr>
            <a:xfrm>
              <a:off x="9351645" y="6167247"/>
              <a:ext cx="332994" cy="33299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415" b="0">
                  <a:solidFill>
                    <a:srgbClr val="111111"/>
                  </a:solidFill>
                  <a:latin typeface="Noto Sans CJK JP"/>
                </a:defRPr>
              </a:pPr>
              <a:r>
                <a:rPr sz="1415" b="0">
                  <a:solidFill>
                    <a:srgbClr val="111111"/>
                  </a:solidFill>
                  <a:latin typeface="Noto Sans CJK JP"/>
                  <a:ea typeface="Noto Sans CJK JP"/>
                </a:rPr>
                <a:t>F</a:t>
              </a:r>
            </a:p>
          </p:txBody>
        </p:sp>
        <p:sp>
          <p:nvSpPr>
            <p:cNvPr id="154" name="原子｜F"/>
            <p:cNvSpPr/>
            <p:nvPr/>
          </p:nvSpPr>
          <p:spPr>
            <a:xfrm>
              <a:off x="10032111" y="6167247"/>
              <a:ext cx="332994" cy="332994"/>
            </a:xfrm>
            <a:prstGeom prst="ellipse">
              <a:avLst/>
            </a:prstGeom>
            <a:solidFill>
              <a:srgbClr val="AED396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5" name="文字｜F"/>
            <p:cNvSpPr txBox="1"/>
            <p:nvPr/>
          </p:nvSpPr>
          <p:spPr>
            <a:xfrm>
              <a:off x="10032111" y="6167247"/>
              <a:ext cx="332994" cy="33299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415" b="0">
                  <a:solidFill>
                    <a:srgbClr val="111111"/>
                  </a:solidFill>
                  <a:latin typeface="Noto Sans CJK JP"/>
                </a:defRPr>
              </a:pPr>
              <a:r>
                <a:rPr sz="1415" b="0">
                  <a:solidFill>
                    <a:srgbClr val="111111"/>
                  </a:solidFill>
                  <a:latin typeface="Noto Sans CJK JP"/>
                  <a:ea typeface="Noto Sans CJK JP"/>
                </a:rPr>
                <a:t>F</a:t>
              </a:r>
            </a:p>
          </p:txBody>
        </p:sp>
        <p:sp>
          <p:nvSpPr>
            <p:cNvPr id="156" name="原子｜C"/>
            <p:cNvSpPr/>
            <p:nvPr/>
          </p:nvSpPr>
          <p:spPr>
            <a:xfrm>
              <a:off x="9662922" y="5986272"/>
              <a:ext cx="390906" cy="390906"/>
            </a:xfrm>
            <a:prstGeom prst="ellipse">
              <a:avLst/>
            </a:prstGeom>
            <a:solidFill>
              <a:srgbClr val="555958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7" name="文字｜C"/>
            <p:cNvSpPr txBox="1"/>
            <p:nvPr/>
          </p:nvSpPr>
          <p:spPr>
            <a:xfrm>
              <a:off x="9662922" y="5986272"/>
              <a:ext cx="390906" cy="39090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662" b="0">
                  <a:solidFill>
                    <a:srgbClr val="FFFFFF"/>
                  </a:solidFill>
                  <a:latin typeface="Noto Sans CJK JP"/>
                </a:defRPr>
              </a:pPr>
              <a:r>
                <a:rPr sz="1662" b="0">
                  <a:solidFill>
                    <a:srgbClr val="FFFFFF"/>
                  </a:solidFill>
                  <a:latin typeface="Noto Sans CJK JP"/>
                  <a:ea typeface="Noto Sans CJK JP"/>
                </a:rPr>
                <a:t>C</a:t>
              </a:r>
            </a:p>
          </p:txBody>
        </p:sp>
        <p:sp>
          <p:nvSpPr>
            <p:cNvPr id="158" name="新規生成種の強調円"/>
            <p:cNvSpPr/>
            <p:nvPr/>
          </p:nvSpPr>
          <p:spPr>
            <a:xfrm>
              <a:off x="9272016" y="5530215"/>
              <a:ext cx="1172718" cy="1259586"/>
            </a:xfrm>
            <a:prstGeom prst="ellipse">
              <a:avLst/>
            </a:prstGeom>
            <a:noFill/>
            <a:ln w="17145">
              <a:solidFill>
                <a:srgbClr val="005E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59" name="文字｜CF₂O"/>
          <p:cNvSpPr txBox="1"/>
          <p:nvPr/>
        </p:nvSpPr>
        <p:spPr>
          <a:xfrm>
            <a:off x="9448800" y="6467475"/>
            <a:ext cx="838200" cy="2952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111111"/>
                </a:solidFill>
                <a:latin typeface="Noto Sans CJK JP"/>
              </a:defRPr>
            </a:pPr>
            <a:r>
              <a:rPr sz="1725" b="0">
                <a:solidFill>
                  <a:srgbClr val="111111"/>
                </a:solidFill>
                <a:latin typeface="Noto Sans CJK JP"/>
                <a:ea typeface="Noto Sans CJK JP"/>
              </a:rPr>
              <a:t>CF₂O</a:t>
            </a:r>
          </a:p>
        </p:txBody>
      </p:sp>
      <p:grpSp>
        <p:nvGrpSpPr>
          <p:cNvPr id="160" name="分子・化学種｜F"/>
          <p:cNvGrpSpPr/>
          <p:nvPr/>
        </p:nvGrpSpPr>
        <p:grpSpPr>
          <a:xfrm>
            <a:off x="9570243" y="6917531"/>
            <a:ext cx="557212" cy="642937"/>
            <a:chOff x="9570243" y="6917531"/>
            <a:chExt cx="557212" cy="642937"/>
          </a:xfrm>
        </p:grpSpPr>
        <p:sp>
          <p:nvSpPr>
            <p:cNvPr id="161" name="原子｜F"/>
            <p:cNvSpPr/>
            <p:nvPr/>
          </p:nvSpPr>
          <p:spPr>
            <a:xfrm>
              <a:off x="9648825" y="7038975"/>
              <a:ext cx="400050" cy="400050"/>
            </a:xfrm>
            <a:prstGeom prst="ellipse">
              <a:avLst/>
            </a:prstGeom>
            <a:solidFill>
              <a:srgbClr val="AED396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2" name="文字｜F"/>
            <p:cNvSpPr txBox="1"/>
            <p:nvPr/>
          </p:nvSpPr>
          <p:spPr>
            <a:xfrm>
              <a:off x="9648825" y="7038975"/>
              <a:ext cx="400050" cy="40005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700" b="0">
                  <a:solidFill>
                    <a:srgbClr val="111111"/>
                  </a:solidFill>
                  <a:latin typeface="Noto Sans CJK JP"/>
                </a:defRPr>
              </a:pPr>
              <a:r>
                <a:rPr sz="1700" b="0">
                  <a:solidFill>
                    <a:srgbClr val="111111"/>
                  </a:solidFill>
                  <a:latin typeface="Noto Sans CJK JP"/>
                  <a:ea typeface="Noto Sans CJK JP"/>
                </a:rPr>
                <a:t>F</a:t>
              </a:r>
            </a:p>
          </p:txBody>
        </p:sp>
        <p:sp>
          <p:nvSpPr>
            <p:cNvPr id="163" name="新規生成種の強調円"/>
            <p:cNvSpPr/>
            <p:nvPr/>
          </p:nvSpPr>
          <p:spPr>
            <a:xfrm>
              <a:off x="9570243" y="6917531"/>
              <a:ext cx="557212" cy="642937"/>
            </a:xfrm>
            <a:prstGeom prst="ellipse">
              <a:avLst/>
            </a:prstGeom>
            <a:noFill/>
            <a:ln w="17145">
              <a:solidFill>
                <a:srgbClr val="005E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64" name="曲線矢印"/>
          <p:cNvSpPr/>
          <p:nvPr/>
        </p:nvSpPr>
        <p:spPr>
          <a:xfrm>
            <a:off x="8915400" y="6172200"/>
            <a:ext cx="314325" cy="381000"/>
          </a:xfrm>
          <a:custGeom>
            <a:avLst/>
            <a:gdLst/>
            <a:ahLst/>
            <a:cxnLst/>
            <a:rect l="0" t="0" r="w" b="h"/>
            <a:pathLst>
              <a:path w="100000" h="100000" fill="none" stroke="1">
                <a:moveTo>
                  <a:pt x="0" y="100000"/>
                </a:moveTo>
                <a:cubicBezTo>
                  <a:pt x="57576" y="100000"/>
                  <a:pt x="51515" y="82500"/>
                  <a:pt x="54545" y="40000"/>
                </a:cubicBezTo>
                <a:cubicBezTo>
                  <a:pt x="57576" y="7500"/>
                  <a:pt x="75758" y="7500"/>
                  <a:pt x="100000" y="0"/>
                </a:cubicBezTo>
              </a:path>
            </a:pathLst>
          </a:custGeom>
          <a:noFill/>
          <a:ln w="20955">
            <a:solidFill>
              <a:srgbClr val="111111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曲線矢印"/>
          <p:cNvSpPr/>
          <p:nvPr/>
        </p:nvSpPr>
        <p:spPr>
          <a:xfrm>
            <a:off x="8915400" y="6762750"/>
            <a:ext cx="590550" cy="476250"/>
          </a:xfrm>
          <a:custGeom>
            <a:avLst/>
            <a:gdLst/>
            <a:ahLst/>
            <a:cxnLst/>
            <a:rect l="0" t="0" r="w" b="h"/>
            <a:pathLst>
              <a:path w="100000" h="100000" fill="none" stroke="1">
                <a:moveTo>
                  <a:pt x="0" y="0"/>
                </a:moveTo>
                <a:cubicBezTo>
                  <a:pt x="37097" y="0"/>
                  <a:pt x="33871" y="12000"/>
                  <a:pt x="33871" y="52000"/>
                </a:cubicBezTo>
                <a:cubicBezTo>
                  <a:pt x="33871" y="100000"/>
                  <a:pt x="50000" y="100000"/>
                  <a:pt x="100000" y="100000"/>
                </a:cubicBezTo>
              </a:path>
            </a:pathLst>
          </a:custGeom>
          <a:noFill/>
          <a:ln w="20955">
            <a:solidFill>
              <a:srgbClr val="111111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文字｜…"/>
          <p:cNvSpPr txBox="1"/>
          <p:nvPr/>
        </p:nvSpPr>
        <p:spPr>
          <a:xfrm>
            <a:off x="10525125" y="5905500"/>
            <a:ext cx="428625" cy="3524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11111"/>
                </a:solidFill>
                <a:latin typeface="Noto Sans CJK JP"/>
              </a:defRPr>
            </a:pPr>
            <a:r>
              <a:rPr sz="2400" b="0">
                <a:solidFill>
                  <a:srgbClr val="111111"/>
                </a:solidFill>
                <a:latin typeface="Noto Sans CJK JP"/>
                <a:ea typeface="Noto Sans CJK JP"/>
              </a:rPr>
              <a:t>…</a:t>
            </a:r>
          </a:p>
        </p:txBody>
      </p:sp>
      <p:sp>
        <p:nvSpPr>
          <p:cNvPr id="167" name="文字｜…"/>
          <p:cNvSpPr txBox="1"/>
          <p:nvPr/>
        </p:nvSpPr>
        <p:spPr>
          <a:xfrm>
            <a:off x="10477500" y="7029450"/>
            <a:ext cx="428625" cy="3524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11111"/>
                </a:solidFill>
                <a:latin typeface="Noto Sans CJK JP"/>
              </a:defRPr>
            </a:pPr>
            <a:r>
              <a:rPr sz="2400" b="0">
                <a:solidFill>
                  <a:srgbClr val="111111"/>
                </a:solidFill>
                <a:latin typeface="Noto Sans CJK JP"/>
                <a:ea typeface="Noto Sans CJK JP"/>
              </a:rPr>
              <a:t>…</a:t>
            </a:r>
          </a:p>
        </p:txBody>
      </p:sp>
      <p:sp>
        <p:nvSpPr>
          <p:cNvPr id="168" name="探索対象が空"/>
          <p:cNvSpPr/>
          <p:nvPr/>
        </p:nvSpPr>
        <p:spPr>
          <a:xfrm>
            <a:off x="11420475" y="6534150"/>
            <a:ext cx="609600" cy="657225"/>
          </a:xfrm>
          <a:prstGeom prst="ellipse">
            <a:avLst/>
          </a:prstGeom>
          <a:noFill/>
          <a:ln w="16192">
            <a:solidFill>
              <a:srgbClr val="0068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9" name="結合線・接続線"/>
          <p:cNvCxnSpPr/>
          <p:nvPr/>
        </p:nvCxnSpPr>
        <p:spPr>
          <a:xfrm>
            <a:off x="12153900" y="6867525"/>
            <a:ext cx="419100" cy="0"/>
          </a:xfrm>
          <a:prstGeom prst="line">
            <a:avLst/>
          </a:prstGeom>
          <a:ln w="20955">
            <a:solidFill>
              <a:srgbClr val="11111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文字｜探索対象が空&#10;新規生成種なし"/>
          <p:cNvSpPr txBox="1"/>
          <p:nvPr/>
        </p:nvSpPr>
        <p:spPr>
          <a:xfrm>
            <a:off x="11049000" y="7315200"/>
            <a:ext cx="1524000" cy="609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111111"/>
                </a:solidFill>
                <a:latin typeface="Noto Sans CJK JP"/>
              </a:defRPr>
            </a:pPr>
            <a:r>
              <a:rPr sz="1650" b="0">
                <a:solidFill>
                  <a:srgbClr val="111111"/>
                </a:solidFill>
                <a:latin typeface="Noto Sans CJK JP"/>
                <a:ea typeface="Noto Sans CJK JP"/>
              </a:rPr>
              <a:t>探索対象が空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111111"/>
                </a:solidFill>
                <a:latin typeface="Noto Sans CJK JP"/>
              </a:defRPr>
            </a:pPr>
            <a:r>
              <a:rPr sz="1650" b="0">
                <a:solidFill>
                  <a:srgbClr val="111111"/>
                </a:solidFill>
                <a:latin typeface="Noto Sans CJK JP"/>
                <a:ea typeface="Noto Sans CJK JP"/>
              </a:rPr>
              <a:t>新規生成種なし</a:t>
            </a:r>
          </a:p>
        </p:txBody>
      </p:sp>
      <p:sp>
        <p:nvSpPr>
          <p:cNvPr id="171" name="文字｜反応一覧・生成系譜"/>
          <p:cNvSpPr txBox="1"/>
          <p:nvPr/>
        </p:nvSpPr>
        <p:spPr>
          <a:xfrm>
            <a:off x="12553950" y="5743575"/>
            <a:ext cx="1924049" cy="3333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41" b="1">
                <a:solidFill>
                  <a:srgbClr val="111111"/>
                </a:solidFill>
                <a:latin typeface="Noto Sans CJK JP"/>
              </a:defRPr>
            </a:pPr>
            <a:r>
              <a:rPr sz="1641" b="1">
                <a:solidFill>
                  <a:srgbClr val="111111"/>
                </a:solidFill>
                <a:latin typeface="Noto Sans CJK JP"/>
                <a:ea typeface="Noto Sans CJK JP"/>
              </a:rPr>
              <a:t>反応一覧・生成系譜</a:t>
            </a:r>
          </a:p>
        </p:txBody>
      </p:sp>
      <p:grpSp>
        <p:nvGrpSpPr>
          <p:cNvPr id="172" name="データ記録の積層"/>
          <p:cNvGrpSpPr/>
          <p:nvPr/>
        </p:nvGrpSpPr>
        <p:grpSpPr>
          <a:xfrm>
            <a:off x="12639675" y="6115050"/>
            <a:ext cx="1790700" cy="1457325"/>
            <a:chOff x="12639675" y="6115050"/>
            <a:chExt cx="1790700" cy="1457325"/>
          </a:xfrm>
        </p:grpSpPr>
        <p:sp>
          <p:nvSpPr>
            <p:cNvPr id="173" name="記録用紙"/>
            <p:cNvSpPr/>
            <p:nvPr/>
          </p:nvSpPr>
          <p:spPr>
            <a:xfrm>
              <a:off x="12830175" y="6115050"/>
              <a:ext cx="1600200" cy="1266825"/>
            </a:xfrm>
            <a:prstGeom prst="rect">
              <a:avLst/>
            </a:prstGeom>
            <a:solidFill>
              <a:srgbClr val="FFFFFF"/>
            </a:solidFill>
            <a:ln w="11429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" name="記録用紙"/>
            <p:cNvSpPr/>
            <p:nvPr/>
          </p:nvSpPr>
          <p:spPr>
            <a:xfrm>
              <a:off x="12782550" y="6162675"/>
              <a:ext cx="1600200" cy="1266825"/>
            </a:xfrm>
            <a:prstGeom prst="rect">
              <a:avLst/>
            </a:prstGeom>
            <a:solidFill>
              <a:srgbClr val="FFFFFF"/>
            </a:solidFill>
            <a:ln w="11429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" name="記録用紙"/>
            <p:cNvSpPr/>
            <p:nvPr/>
          </p:nvSpPr>
          <p:spPr>
            <a:xfrm>
              <a:off x="12734925" y="6210300"/>
              <a:ext cx="1600200" cy="1266825"/>
            </a:xfrm>
            <a:prstGeom prst="rect">
              <a:avLst/>
            </a:prstGeom>
            <a:solidFill>
              <a:srgbClr val="FFFFFF"/>
            </a:solidFill>
            <a:ln w="11429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6" name="記録用紙"/>
            <p:cNvSpPr/>
            <p:nvPr/>
          </p:nvSpPr>
          <p:spPr>
            <a:xfrm>
              <a:off x="12687300" y="6257925"/>
              <a:ext cx="1600200" cy="1266825"/>
            </a:xfrm>
            <a:prstGeom prst="rect">
              <a:avLst/>
            </a:prstGeom>
            <a:solidFill>
              <a:srgbClr val="FFFFFF"/>
            </a:solidFill>
            <a:ln w="11429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7" name="記録用紙"/>
            <p:cNvSpPr/>
            <p:nvPr/>
          </p:nvSpPr>
          <p:spPr>
            <a:xfrm>
              <a:off x="12639675" y="6305550"/>
              <a:ext cx="1600200" cy="1266825"/>
            </a:xfrm>
            <a:prstGeom prst="rect">
              <a:avLst/>
            </a:prstGeom>
            <a:solidFill>
              <a:srgbClr val="FFFFFF"/>
            </a:solidFill>
            <a:ln w="11429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8" name="文字｜e⁻+CF₄→e⁻+CF₃+F"/>
            <p:cNvSpPr txBox="1"/>
            <p:nvPr/>
          </p:nvSpPr>
          <p:spPr>
            <a:xfrm>
              <a:off x="12811125" y="6391275"/>
              <a:ext cx="1295400" cy="26431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917" b="0">
                  <a:solidFill>
                    <a:srgbClr val="111111"/>
                  </a:solidFill>
                  <a:latin typeface="Noto Sans CJK JP"/>
                </a:defRPr>
              </a:pPr>
              <a:r>
                <a:rPr sz="917" b="0">
                  <a:solidFill>
                    <a:srgbClr val="111111"/>
                  </a:solidFill>
                  <a:latin typeface="Noto Sans CJK JP"/>
                  <a:ea typeface="Noto Sans CJK JP"/>
                </a:rPr>
                <a:t>e⁻+CF₄→e⁻+CF₃+F</a:t>
              </a:r>
            </a:p>
          </p:txBody>
        </p:sp>
        <p:sp>
          <p:nvSpPr>
            <p:cNvPr id="179" name="文字｜e⁻+O₂→e⁻+2O"/>
            <p:cNvSpPr txBox="1"/>
            <p:nvPr/>
          </p:nvSpPr>
          <p:spPr>
            <a:xfrm>
              <a:off x="12811125" y="6655593"/>
              <a:ext cx="1295400" cy="26431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050" b="0">
                  <a:solidFill>
                    <a:srgbClr val="111111"/>
                  </a:solidFill>
                  <a:latin typeface="Noto Sans CJK JP"/>
                </a:defRPr>
              </a:pPr>
              <a:r>
                <a:rPr sz="1050" b="0">
                  <a:solidFill>
                    <a:srgbClr val="111111"/>
                  </a:solidFill>
                  <a:latin typeface="Noto Sans CJK JP"/>
                  <a:ea typeface="Noto Sans CJK JP"/>
                </a:rPr>
                <a:t>e⁻+O₂→e⁻+2O</a:t>
              </a:r>
            </a:p>
          </p:txBody>
        </p:sp>
        <p:sp>
          <p:nvSpPr>
            <p:cNvPr id="180" name="文字｜CF₃+O→CF₂O+F"/>
            <p:cNvSpPr txBox="1"/>
            <p:nvPr/>
          </p:nvSpPr>
          <p:spPr>
            <a:xfrm>
              <a:off x="12811125" y="6919912"/>
              <a:ext cx="1295400" cy="26431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050" b="0">
                  <a:solidFill>
                    <a:srgbClr val="111111"/>
                  </a:solidFill>
                  <a:latin typeface="Noto Sans CJK JP"/>
                </a:defRPr>
              </a:pPr>
              <a:r>
                <a:rPr sz="1050" b="0">
                  <a:solidFill>
                    <a:srgbClr val="111111"/>
                  </a:solidFill>
                  <a:latin typeface="Noto Sans CJK JP"/>
                  <a:ea typeface="Noto Sans CJK JP"/>
                </a:rPr>
                <a:t>CF₃+O→CF₂O+F</a:t>
              </a:r>
            </a:p>
          </p:txBody>
        </p:sp>
        <p:sp>
          <p:nvSpPr>
            <p:cNvPr id="181" name="文字｜…"/>
            <p:cNvSpPr txBox="1"/>
            <p:nvPr/>
          </p:nvSpPr>
          <p:spPr>
            <a:xfrm>
              <a:off x="12811125" y="7184231"/>
              <a:ext cx="1295400" cy="26431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050" b="0">
                  <a:solidFill>
                    <a:srgbClr val="111111"/>
                  </a:solidFill>
                  <a:latin typeface="Noto Sans CJK JP"/>
                </a:defRPr>
              </a:pPr>
              <a:r>
                <a:rPr sz="1050" b="0">
                  <a:solidFill>
                    <a:srgbClr val="111111"/>
                  </a:solidFill>
                  <a:latin typeface="Noto Sans CJK JP"/>
                  <a:ea typeface="Noto Sans CJK JP"/>
                </a:rPr>
                <a:t>…</a:t>
              </a:r>
            </a:p>
          </p:txBody>
        </p:sp>
      </p:grpSp>
      <p:cxnSp>
        <p:nvCxnSpPr>
          <p:cNvPr id="182" name="結合線・接続線"/>
          <p:cNvCxnSpPr/>
          <p:nvPr/>
        </p:nvCxnSpPr>
        <p:spPr>
          <a:xfrm>
            <a:off x="2428875" y="8696325"/>
            <a:ext cx="0" cy="95250"/>
          </a:xfrm>
          <a:prstGeom prst="line">
            <a:avLst/>
          </a:prstGeom>
          <a:ln w="14287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結合線・接続線"/>
          <p:cNvCxnSpPr/>
          <p:nvPr/>
        </p:nvCxnSpPr>
        <p:spPr>
          <a:xfrm>
            <a:off x="2428875" y="8791575"/>
            <a:ext cx="8896350" cy="0"/>
          </a:xfrm>
          <a:prstGeom prst="line">
            <a:avLst/>
          </a:prstGeom>
          <a:ln w="14287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結合線・接続線"/>
          <p:cNvCxnSpPr/>
          <p:nvPr/>
        </p:nvCxnSpPr>
        <p:spPr>
          <a:xfrm flipV="1">
            <a:off x="11325225" y="8696325"/>
            <a:ext cx="0" cy="95250"/>
          </a:xfrm>
          <a:prstGeom prst="line">
            <a:avLst/>
          </a:prstGeom>
          <a:ln w="14287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文字｜生成種を活性種集合に加え、両反応物がそろった登録反応をさらに探索する。"/>
          <p:cNvSpPr txBox="1"/>
          <p:nvPr/>
        </p:nvSpPr>
        <p:spPr>
          <a:xfrm>
            <a:off x="2190750" y="8858250"/>
            <a:ext cx="10172700" cy="3333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111111"/>
                </a:solidFill>
                <a:latin typeface="Noto Sans CJK JP"/>
              </a:defRPr>
            </a:pPr>
            <a:r>
              <a:rPr sz="1725" b="0">
                <a:solidFill>
                  <a:srgbClr val="111111"/>
                </a:solidFill>
                <a:latin typeface="Noto Sans CJK JP"/>
                <a:ea typeface="Noto Sans CJK JP"/>
              </a:rPr>
              <a:t>生成種を活性種集合に加え、両反応物がそろった登録反応をさらに探索する。</a:t>
            </a:r>
          </a:p>
        </p:txBody>
      </p:sp>
      <p:sp>
        <p:nvSpPr>
          <p:cNvPr id="186" name="文字｜探索の深さ ≠ 経過時間"/>
          <p:cNvSpPr txBox="1"/>
          <p:nvPr/>
        </p:nvSpPr>
        <p:spPr>
          <a:xfrm>
            <a:off x="10906125" y="9315450"/>
            <a:ext cx="3390900" cy="285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11111"/>
                </a:solidFill>
                <a:latin typeface="Noto Sans CJK JP"/>
              </a:defRPr>
            </a:pPr>
            <a:r>
              <a:rPr sz="1500" b="0">
                <a:solidFill>
                  <a:srgbClr val="111111"/>
                </a:solidFill>
                <a:latin typeface="Noto Sans CJK JP"/>
                <a:ea typeface="Noto Sans CJK JP"/>
              </a:rPr>
              <a:t>探索の深さ ≠ 経過時間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字｜02 / 電子衝突による反応チャネル"/>
          <p:cNvSpPr txBox="1"/>
          <p:nvPr/>
        </p:nvSpPr>
        <p:spPr>
          <a:xfrm>
            <a:off x="247649" y="47625"/>
            <a:ext cx="14135100" cy="6572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300" b="1">
                <a:solidFill>
                  <a:srgbClr val="111111"/>
                </a:solidFill>
                <a:latin typeface="Noto Sans CJK JP"/>
              </a:defRPr>
            </a:pPr>
            <a:r>
              <a:rPr sz="3300" b="1">
                <a:solidFill>
                  <a:srgbClr val="111111"/>
                </a:solidFill>
                <a:latin typeface="Noto Sans CJK JP"/>
                <a:ea typeface="Noto Sans CJK JP"/>
              </a:rPr>
              <a:t>02 / 電子衝突による反応チャネル</a:t>
            </a:r>
          </a:p>
        </p:txBody>
      </p:sp>
      <p:sp>
        <p:nvSpPr>
          <p:cNvPr id="3" name="文字｜(a) 励起"/>
          <p:cNvSpPr txBox="1"/>
          <p:nvPr/>
        </p:nvSpPr>
        <p:spPr>
          <a:xfrm>
            <a:off x="266700" y="1038225"/>
            <a:ext cx="6648450" cy="4286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75" b="1">
                <a:solidFill>
                  <a:srgbClr val="111111"/>
                </a:solidFill>
                <a:latin typeface="Noto Sans CJK JP"/>
              </a:defRPr>
            </a:pPr>
            <a:r>
              <a:rPr sz="2475" b="1">
                <a:solidFill>
                  <a:srgbClr val="111111"/>
                </a:solidFill>
                <a:latin typeface="Noto Sans CJK JP"/>
                <a:ea typeface="Noto Sans CJK JP"/>
              </a:rPr>
              <a:t>(a) 励起</a:t>
            </a:r>
          </a:p>
        </p:txBody>
      </p:sp>
      <p:sp>
        <p:nvSpPr>
          <p:cNvPr id="4" name="文字｜(b) 解離"/>
          <p:cNvSpPr txBox="1"/>
          <p:nvPr/>
        </p:nvSpPr>
        <p:spPr>
          <a:xfrm>
            <a:off x="7620000" y="1038225"/>
            <a:ext cx="6648450" cy="4286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75" b="1">
                <a:solidFill>
                  <a:srgbClr val="111111"/>
                </a:solidFill>
                <a:latin typeface="Noto Sans CJK JP"/>
              </a:defRPr>
            </a:pPr>
            <a:r>
              <a:rPr sz="2475" b="1">
                <a:solidFill>
                  <a:srgbClr val="111111"/>
                </a:solidFill>
                <a:latin typeface="Noto Sans CJK JP"/>
                <a:ea typeface="Noto Sans CJK JP"/>
              </a:rPr>
              <a:t>(b) 解離</a:t>
            </a:r>
          </a:p>
        </p:txBody>
      </p:sp>
      <p:sp>
        <p:nvSpPr>
          <p:cNvPr id="5" name="文字｜(c) 解離性電離"/>
          <p:cNvSpPr txBox="1"/>
          <p:nvPr/>
        </p:nvSpPr>
        <p:spPr>
          <a:xfrm>
            <a:off x="266700" y="5124450"/>
            <a:ext cx="6648450" cy="4286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75" b="1">
                <a:solidFill>
                  <a:srgbClr val="111111"/>
                </a:solidFill>
                <a:latin typeface="Noto Sans CJK JP"/>
              </a:defRPr>
            </a:pPr>
            <a:r>
              <a:rPr sz="2475" b="1">
                <a:solidFill>
                  <a:srgbClr val="111111"/>
                </a:solidFill>
                <a:latin typeface="Noto Sans CJK JP"/>
                <a:ea typeface="Noto Sans CJK JP"/>
              </a:rPr>
              <a:t>(c) 解離性電離</a:t>
            </a:r>
          </a:p>
        </p:txBody>
      </p:sp>
      <p:sp>
        <p:nvSpPr>
          <p:cNvPr id="6" name="文字｜(d) 解離性付着"/>
          <p:cNvSpPr txBox="1"/>
          <p:nvPr/>
        </p:nvSpPr>
        <p:spPr>
          <a:xfrm>
            <a:off x="7620000" y="5124450"/>
            <a:ext cx="6648450" cy="4286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75" b="1">
                <a:solidFill>
                  <a:srgbClr val="111111"/>
                </a:solidFill>
                <a:latin typeface="Noto Sans CJK JP"/>
              </a:defRPr>
            </a:pPr>
            <a:r>
              <a:rPr sz="2475" b="1">
                <a:solidFill>
                  <a:srgbClr val="111111"/>
                </a:solidFill>
                <a:latin typeface="Noto Sans CJK JP"/>
                <a:ea typeface="Noto Sans CJK JP"/>
              </a:rPr>
              <a:t>(d) 解離性付着</a:t>
            </a:r>
          </a:p>
        </p:txBody>
      </p:sp>
      <p:grpSp>
        <p:nvGrpSpPr>
          <p:cNvPr id="7" name="電子 e⁻"/>
          <p:cNvGrpSpPr/>
          <p:nvPr/>
        </p:nvGrpSpPr>
        <p:grpSpPr>
          <a:xfrm>
            <a:off x="361950" y="2305050"/>
            <a:ext cx="419100" cy="533400"/>
            <a:chOff x="361950" y="2305050"/>
            <a:chExt cx="419100" cy="533400"/>
          </a:xfrm>
        </p:grpSpPr>
        <p:sp>
          <p:nvSpPr>
            <p:cNvPr id="8" name="電子の点"/>
            <p:cNvSpPr/>
            <p:nvPr/>
          </p:nvSpPr>
          <p:spPr>
            <a:xfrm>
              <a:off x="447675" y="2686050"/>
              <a:ext cx="152400" cy="152400"/>
            </a:xfrm>
            <a:prstGeom prst="ellipse">
              <a:avLst/>
            </a:prstGeom>
            <a:solidFill>
              <a:srgbClr val="0969BD"/>
            </a:solidFill>
            <a:ln w="10477">
              <a:solidFill>
                <a:srgbClr val="08345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文字｜e⁻"/>
            <p:cNvSpPr txBox="1"/>
            <p:nvPr/>
          </p:nvSpPr>
          <p:spPr>
            <a:xfrm>
              <a:off x="361950" y="2305050"/>
              <a:ext cx="419100" cy="3429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882" b="0">
                  <a:solidFill>
                    <a:srgbClr val="111111"/>
                  </a:solidFill>
                  <a:latin typeface="Noto Sans CJK JP"/>
                </a:defRPr>
              </a:pPr>
              <a:r>
                <a:rPr sz="1882" b="0">
                  <a:solidFill>
                    <a:srgbClr val="111111"/>
                  </a:solidFill>
                  <a:latin typeface="Noto Sans CJK JP"/>
                  <a:ea typeface="Noto Sans CJK JP"/>
                </a:rPr>
                <a:t>e⁻</a:t>
              </a:r>
            </a:p>
          </p:txBody>
        </p:sp>
      </p:grpSp>
      <p:cxnSp>
        <p:nvCxnSpPr>
          <p:cNvPr id="10" name="結合線・接続線"/>
          <p:cNvCxnSpPr/>
          <p:nvPr/>
        </p:nvCxnSpPr>
        <p:spPr>
          <a:xfrm>
            <a:off x="704850" y="2762250"/>
            <a:ext cx="552450" cy="0"/>
          </a:xfrm>
          <a:prstGeom prst="line">
            <a:avLst/>
          </a:prstGeom>
          <a:ln w="20955">
            <a:solidFill>
              <a:srgbClr val="11111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分子・化学種｜O2"/>
          <p:cNvGrpSpPr/>
          <p:nvPr/>
        </p:nvGrpSpPr>
        <p:grpSpPr>
          <a:xfrm>
            <a:off x="1543050" y="2466975"/>
            <a:ext cx="1314450" cy="533400"/>
            <a:chOff x="1543050" y="2466975"/>
            <a:chExt cx="1314450" cy="533400"/>
          </a:xfrm>
        </p:grpSpPr>
        <p:cxnSp>
          <p:nvCxnSpPr>
            <p:cNvPr id="12" name="結合線・接続線"/>
            <p:cNvCxnSpPr/>
            <p:nvPr/>
          </p:nvCxnSpPr>
          <p:spPr>
            <a:xfrm>
              <a:off x="1809750" y="2695575"/>
              <a:ext cx="781050" cy="0"/>
            </a:xfrm>
            <a:prstGeom prst="line">
              <a:avLst/>
            </a:prstGeom>
            <a:ln w="20955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結合線・接続線"/>
            <p:cNvCxnSpPr/>
            <p:nvPr/>
          </p:nvCxnSpPr>
          <p:spPr>
            <a:xfrm>
              <a:off x="1809750" y="2771775"/>
              <a:ext cx="781050" cy="0"/>
            </a:xfrm>
            <a:prstGeom prst="line">
              <a:avLst/>
            </a:prstGeom>
            <a:ln w="20955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原子｜O"/>
            <p:cNvSpPr/>
            <p:nvPr/>
          </p:nvSpPr>
          <p:spPr>
            <a:xfrm>
              <a:off x="1543050" y="2466975"/>
              <a:ext cx="533400" cy="533400"/>
            </a:xfrm>
            <a:prstGeom prst="ellipse">
              <a:avLst/>
            </a:prstGeom>
            <a:solidFill>
              <a:srgbClr val="EF826B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文字｜O"/>
            <p:cNvSpPr txBox="1"/>
            <p:nvPr/>
          </p:nvSpPr>
          <p:spPr>
            <a:xfrm>
              <a:off x="1543050" y="2466975"/>
              <a:ext cx="533400" cy="533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2268" b="0">
                  <a:solidFill>
                    <a:srgbClr val="111111"/>
                  </a:solidFill>
                  <a:latin typeface="Noto Sans CJK JP"/>
                </a:defRPr>
              </a:pPr>
              <a:r>
                <a:rPr sz="2268" b="0">
                  <a:solidFill>
                    <a:srgbClr val="111111"/>
                  </a:solidFill>
                  <a:latin typeface="Noto Sans CJK JP"/>
                  <a:ea typeface="Noto Sans CJK JP"/>
                </a:rPr>
                <a:t>O</a:t>
              </a:r>
            </a:p>
          </p:txBody>
        </p:sp>
        <p:sp>
          <p:nvSpPr>
            <p:cNvPr id="16" name="原子｜O"/>
            <p:cNvSpPr/>
            <p:nvPr/>
          </p:nvSpPr>
          <p:spPr>
            <a:xfrm>
              <a:off x="2324100" y="2466975"/>
              <a:ext cx="533400" cy="533400"/>
            </a:xfrm>
            <a:prstGeom prst="ellipse">
              <a:avLst/>
            </a:prstGeom>
            <a:solidFill>
              <a:srgbClr val="EF826B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文字｜O"/>
            <p:cNvSpPr txBox="1"/>
            <p:nvPr/>
          </p:nvSpPr>
          <p:spPr>
            <a:xfrm>
              <a:off x="2324100" y="2466975"/>
              <a:ext cx="533400" cy="533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2268" b="0">
                  <a:solidFill>
                    <a:srgbClr val="111111"/>
                  </a:solidFill>
                  <a:latin typeface="Noto Sans CJK JP"/>
                </a:defRPr>
              </a:pPr>
              <a:r>
                <a:rPr sz="2268" b="0">
                  <a:solidFill>
                    <a:srgbClr val="111111"/>
                  </a:solidFill>
                  <a:latin typeface="Noto Sans CJK JP"/>
                  <a:ea typeface="Noto Sans CJK JP"/>
                </a:rPr>
                <a:t>O</a:t>
              </a:r>
            </a:p>
          </p:txBody>
        </p:sp>
      </p:grpSp>
      <p:sp>
        <p:nvSpPr>
          <p:cNvPr id="18" name="文字｜O₂"/>
          <p:cNvSpPr txBox="1"/>
          <p:nvPr/>
        </p:nvSpPr>
        <p:spPr>
          <a:xfrm>
            <a:off x="1685925" y="3152775"/>
            <a:ext cx="1066800" cy="4095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11111"/>
                </a:solidFill>
                <a:latin typeface="Noto Sans CJK JP"/>
              </a:defRPr>
            </a:pPr>
            <a:r>
              <a:rPr sz="2400" b="0">
                <a:solidFill>
                  <a:srgbClr val="111111"/>
                </a:solidFill>
                <a:latin typeface="Noto Sans CJK JP"/>
                <a:ea typeface="Noto Sans CJK JP"/>
              </a:rPr>
              <a:t>O₂</a:t>
            </a:r>
          </a:p>
        </p:txBody>
      </p:sp>
      <p:cxnSp>
        <p:nvCxnSpPr>
          <p:cNvPr id="19" name="結合線・接続線"/>
          <p:cNvCxnSpPr/>
          <p:nvPr/>
        </p:nvCxnSpPr>
        <p:spPr>
          <a:xfrm>
            <a:off x="3133725" y="2762250"/>
            <a:ext cx="600074" cy="0"/>
          </a:xfrm>
          <a:prstGeom prst="line">
            <a:avLst/>
          </a:prstGeom>
          <a:ln w="20955">
            <a:solidFill>
              <a:srgbClr val="11111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分子・化学種｜O2"/>
          <p:cNvGrpSpPr/>
          <p:nvPr/>
        </p:nvGrpSpPr>
        <p:grpSpPr>
          <a:xfrm>
            <a:off x="4095750" y="2466975"/>
            <a:ext cx="1314450" cy="533400"/>
            <a:chOff x="4095750" y="2466975"/>
            <a:chExt cx="1314450" cy="533400"/>
          </a:xfrm>
        </p:grpSpPr>
        <p:cxnSp>
          <p:nvCxnSpPr>
            <p:cNvPr id="21" name="結合線・接続線"/>
            <p:cNvCxnSpPr/>
            <p:nvPr/>
          </p:nvCxnSpPr>
          <p:spPr>
            <a:xfrm>
              <a:off x="4362450" y="2695575"/>
              <a:ext cx="781050" cy="0"/>
            </a:xfrm>
            <a:prstGeom prst="line">
              <a:avLst/>
            </a:prstGeom>
            <a:ln w="20955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結合線・接続線"/>
            <p:cNvCxnSpPr/>
            <p:nvPr/>
          </p:nvCxnSpPr>
          <p:spPr>
            <a:xfrm>
              <a:off x="4362450" y="2771775"/>
              <a:ext cx="781050" cy="0"/>
            </a:xfrm>
            <a:prstGeom prst="line">
              <a:avLst/>
            </a:prstGeom>
            <a:ln w="20955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原子｜O"/>
            <p:cNvSpPr/>
            <p:nvPr/>
          </p:nvSpPr>
          <p:spPr>
            <a:xfrm>
              <a:off x="4095750" y="2466975"/>
              <a:ext cx="533400" cy="533400"/>
            </a:xfrm>
            <a:prstGeom prst="ellipse">
              <a:avLst/>
            </a:prstGeom>
            <a:solidFill>
              <a:srgbClr val="EF826B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文字｜O"/>
            <p:cNvSpPr txBox="1"/>
            <p:nvPr/>
          </p:nvSpPr>
          <p:spPr>
            <a:xfrm>
              <a:off x="4095750" y="2466975"/>
              <a:ext cx="533400" cy="533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2268" b="0">
                  <a:solidFill>
                    <a:srgbClr val="111111"/>
                  </a:solidFill>
                  <a:latin typeface="Noto Sans CJK JP"/>
                </a:defRPr>
              </a:pPr>
              <a:r>
                <a:rPr sz="2268" b="0">
                  <a:solidFill>
                    <a:srgbClr val="111111"/>
                  </a:solidFill>
                  <a:latin typeface="Noto Sans CJK JP"/>
                  <a:ea typeface="Noto Sans CJK JP"/>
                </a:rPr>
                <a:t>O</a:t>
              </a:r>
            </a:p>
          </p:txBody>
        </p:sp>
        <p:sp>
          <p:nvSpPr>
            <p:cNvPr id="25" name="原子｜O"/>
            <p:cNvSpPr/>
            <p:nvPr/>
          </p:nvSpPr>
          <p:spPr>
            <a:xfrm>
              <a:off x="4876800" y="2466975"/>
              <a:ext cx="533400" cy="533400"/>
            </a:xfrm>
            <a:prstGeom prst="ellipse">
              <a:avLst/>
            </a:prstGeom>
            <a:solidFill>
              <a:srgbClr val="EF826B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文字｜O"/>
            <p:cNvSpPr txBox="1"/>
            <p:nvPr/>
          </p:nvSpPr>
          <p:spPr>
            <a:xfrm>
              <a:off x="4876800" y="2466975"/>
              <a:ext cx="533400" cy="533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2268" b="0">
                  <a:solidFill>
                    <a:srgbClr val="111111"/>
                  </a:solidFill>
                  <a:latin typeface="Noto Sans CJK JP"/>
                </a:defRPr>
              </a:pPr>
              <a:r>
                <a:rPr sz="2268" b="0">
                  <a:solidFill>
                    <a:srgbClr val="111111"/>
                  </a:solidFill>
                  <a:latin typeface="Noto Sans CJK JP"/>
                  <a:ea typeface="Noto Sans CJK JP"/>
                </a:rPr>
                <a:t>O</a:t>
              </a:r>
            </a:p>
          </p:txBody>
        </p:sp>
      </p:grpSp>
      <p:sp>
        <p:nvSpPr>
          <p:cNvPr id="27" name="文字｜O₂(a¹Δ_{g})"/>
          <p:cNvSpPr txBox="1"/>
          <p:nvPr/>
        </p:nvSpPr>
        <p:spPr>
          <a:xfrm>
            <a:off x="3895725" y="3152775"/>
            <a:ext cx="1752600" cy="4286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325" b="0">
                <a:solidFill>
                  <a:srgbClr val="111111"/>
                </a:solidFill>
                <a:latin typeface="Noto Sans CJK JP"/>
              </a:defRPr>
            </a:pPr>
            <a:r>
              <a:rPr sz="2325" b="0">
                <a:solidFill>
                  <a:srgbClr val="111111"/>
                </a:solidFill>
                <a:latin typeface="Noto Sans CJK JP"/>
                <a:ea typeface="Noto Sans CJK JP"/>
              </a:rPr>
              <a:t>O₂(a¹Δ</a:t>
            </a:r>
            <a:r>
              <a:rPr sz="1673" b="0" baseline="-22000">
                <a:solidFill>
                  <a:srgbClr val="111111"/>
                </a:solidFill>
                <a:latin typeface="Noto Sans CJK JP"/>
                <a:ea typeface="Noto Sans CJK JP"/>
              </a:rPr>
              <a:t>g</a:t>
            </a:r>
            <a:r>
              <a:rPr sz="2325" b="0">
                <a:solidFill>
                  <a:srgbClr val="111111"/>
                </a:solidFill>
                <a:latin typeface="Noto Sans CJK JP"/>
                <a:ea typeface="Noto Sans CJK JP"/>
              </a:rPr>
              <a:t>)</a:t>
            </a:r>
          </a:p>
        </p:txBody>
      </p:sp>
      <p:grpSp>
        <p:nvGrpSpPr>
          <p:cNvPr id="28" name="電子 e⁻"/>
          <p:cNvGrpSpPr/>
          <p:nvPr/>
        </p:nvGrpSpPr>
        <p:grpSpPr>
          <a:xfrm>
            <a:off x="6172200" y="2314575"/>
            <a:ext cx="419100" cy="533400"/>
            <a:chOff x="6172200" y="2314575"/>
            <a:chExt cx="419100" cy="533400"/>
          </a:xfrm>
        </p:grpSpPr>
        <p:sp>
          <p:nvSpPr>
            <p:cNvPr id="29" name="電子の点"/>
            <p:cNvSpPr/>
            <p:nvPr/>
          </p:nvSpPr>
          <p:spPr>
            <a:xfrm>
              <a:off x="6257925" y="2695575"/>
              <a:ext cx="152400" cy="152400"/>
            </a:xfrm>
            <a:prstGeom prst="ellipse">
              <a:avLst/>
            </a:prstGeom>
            <a:solidFill>
              <a:srgbClr val="0969BD"/>
            </a:solidFill>
            <a:ln w="10477">
              <a:solidFill>
                <a:srgbClr val="08345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文字｜e⁻"/>
            <p:cNvSpPr txBox="1"/>
            <p:nvPr/>
          </p:nvSpPr>
          <p:spPr>
            <a:xfrm>
              <a:off x="6172200" y="2314575"/>
              <a:ext cx="419100" cy="3429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882" b="0">
                  <a:solidFill>
                    <a:srgbClr val="111111"/>
                  </a:solidFill>
                  <a:latin typeface="Noto Sans CJK JP"/>
                </a:defRPr>
              </a:pPr>
              <a:r>
                <a:rPr sz="1882" b="0">
                  <a:solidFill>
                    <a:srgbClr val="111111"/>
                  </a:solidFill>
                  <a:latin typeface="Noto Sans CJK JP"/>
                  <a:ea typeface="Noto Sans CJK JP"/>
                </a:rPr>
                <a:t>e⁻</a:t>
              </a:r>
            </a:p>
          </p:txBody>
        </p:sp>
      </p:grpSp>
      <p:cxnSp>
        <p:nvCxnSpPr>
          <p:cNvPr id="31" name="結合線・接続線"/>
          <p:cNvCxnSpPr/>
          <p:nvPr/>
        </p:nvCxnSpPr>
        <p:spPr>
          <a:xfrm>
            <a:off x="6486525" y="2771775"/>
            <a:ext cx="247650" cy="0"/>
          </a:xfrm>
          <a:prstGeom prst="line">
            <a:avLst/>
          </a:prstGeom>
          <a:ln w="20955">
            <a:solidFill>
              <a:srgbClr val="11111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結合線・接続線"/>
          <p:cNvCxnSpPr/>
          <p:nvPr/>
        </p:nvCxnSpPr>
        <p:spPr>
          <a:xfrm>
            <a:off x="3971925" y="1228725"/>
            <a:ext cx="838200" cy="0"/>
          </a:xfrm>
          <a:prstGeom prst="line">
            <a:avLst/>
          </a:prstGeom>
          <a:ln w="22859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結合線・接続線"/>
          <p:cNvCxnSpPr/>
          <p:nvPr/>
        </p:nvCxnSpPr>
        <p:spPr>
          <a:xfrm>
            <a:off x="3971925" y="1952624"/>
            <a:ext cx="838200" cy="0"/>
          </a:xfrm>
          <a:prstGeom prst="line">
            <a:avLst/>
          </a:prstGeom>
          <a:ln w="22859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結合線・接続線"/>
          <p:cNvCxnSpPr/>
          <p:nvPr/>
        </p:nvCxnSpPr>
        <p:spPr>
          <a:xfrm flipV="1">
            <a:off x="4400550" y="1285875"/>
            <a:ext cx="0" cy="609599"/>
          </a:xfrm>
          <a:prstGeom prst="line">
            <a:avLst/>
          </a:prstGeom>
          <a:ln w="31432">
            <a:solidFill>
              <a:srgbClr val="06457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字｜a¹Δ_{g}"/>
          <p:cNvSpPr txBox="1"/>
          <p:nvPr/>
        </p:nvSpPr>
        <p:spPr>
          <a:xfrm>
            <a:off x="4953000" y="971550"/>
            <a:ext cx="1143000" cy="4095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50" b="0">
                <a:solidFill>
                  <a:srgbClr val="111111"/>
                </a:solidFill>
                <a:latin typeface="Noto Sans CJK JP"/>
              </a:defRPr>
            </a:pPr>
            <a:r>
              <a:rPr sz="1950" b="0">
                <a:solidFill>
                  <a:srgbClr val="111111"/>
                </a:solidFill>
                <a:latin typeface="Noto Sans CJK JP"/>
                <a:ea typeface="Noto Sans CJK JP"/>
              </a:rPr>
              <a:t>a¹Δ</a:t>
            </a:r>
            <a:r>
              <a:rPr sz="1404" b="0" baseline="-22000">
                <a:solidFill>
                  <a:srgbClr val="111111"/>
                </a:solidFill>
                <a:latin typeface="Noto Sans CJK JP"/>
                <a:ea typeface="Noto Sans CJK JP"/>
              </a:rPr>
              <a:t>g</a:t>
            </a:r>
          </a:p>
        </p:txBody>
      </p:sp>
      <p:sp>
        <p:nvSpPr>
          <p:cNvPr id="36" name="文字｜X³Σ_{g}⁻"/>
          <p:cNvSpPr txBox="1"/>
          <p:nvPr/>
        </p:nvSpPr>
        <p:spPr>
          <a:xfrm>
            <a:off x="4953000" y="1743075"/>
            <a:ext cx="1200150" cy="381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50" b="0">
                <a:solidFill>
                  <a:srgbClr val="111111"/>
                </a:solidFill>
                <a:latin typeface="Noto Sans CJK JP"/>
              </a:defRPr>
            </a:pPr>
            <a:r>
              <a:rPr sz="1950" b="0">
                <a:solidFill>
                  <a:srgbClr val="111111"/>
                </a:solidFill>
                <a:latin typeface="Noto Sans CJK JP"/>
                <a:ea typeface="Noto Sans CJK JP"/>
              </a:rPr>
              <a:t>X³Σ</a:t>
            </a:r>
            <a:r>
              <a:rPr sz="1404" b="0" baseline="-22000">
                <a:solidFill>
                  <a:srgbClr val="111111"/>
                </a:solidFill>
                <a:latin typeface="Noto Sans CJK JP"/>
                <a:ea typeface="Noto Sans CJK JP"/>
              </a:rPr>
              <a:t>g</a:t>
            </a:r>
            <a:r>
              <a:rPr sz="1950" b="0">
                <a:solidFill>
                  <a:srgbClr val="111111"/>
                </a:solidFill>
                <a:latin typeface="Noto Sans CJK JP"/>
                <a:ea typeface="Noto Sans CJK JP"/>
              </a:rPr>
              <a:t>⁻</a:t>
            </a:r>
          </a:p>
        </p:txBody>
      </p:sp>
      <p:sp>
        <p:nvSpPr>
          <p:cNvPr id="37" name="文字｜ΔE"/>
          <p:cNvSpPr txBox="1"/>
          <p:nvPr/>
        </p:nvSpPr>
        <p:spPr>
          <a:xfrm>
            <a:off x="4591050" y="1428750"/>
            <a:ext cx="733425" cy="419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50" b="0">
                <a:solidFill>
                  <a:srgbClr val="111111"/>
                </a:solidFill>
                <a:latin typeface="Noto Sans CJK JP"/>
              </a:defRPr>
            </a:pPr>
            <a:r>
              <a:rPr sz="1950" b="0">
                <a:solidFill>
                  <a:srgbClr val="111111"/>
                </a:solidFill>
                <a:latin typeface="Noto Sans CJK JP"/>
                <a:ea typeface="Noto Sans CJK JP"/>
              </a:rPr>
              <a:t>ΔE</a:t>
            </a:r>
          </a:p>
        </p:txBody>
      </p:sp>
      <p:sp>
        <p:nvSpPr>
          <p:cNvPr id="38" name="文字｜e⁻ + O₂ → e⁻ + O₂(a¹Δ_{g})"/>
          <p:cNvSpPr txBox="1"/>
          <p:nvPr/>
        </p:nvSpPr>
        <p:spPr>
          <a:xfrm>
            <a:off x="571500" y="4105274"/>
            <a:ext cx="6324600" cy="628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11111"/>
                </a:solidFill>
                <a:latin typeface="Noto Sans CJK JP"/>
              </a:defRPr>
            </a:pPr>
            <a:r>
              <a:rPr sz="2400" b="0">
                <a:solidFill>
                  <a:srgbClr val="111111"/>
                </a:solidFill>
                <a:latin typeface="Noto Sans CJK JP"/>
                <a:ea typeface="Noto Sans CJK JP"/>
              </a:rPr>
              <a:t>e⁻ + O₂ → e⁻ + O₂(a¹Δ</a:t>
            </a:r>
            <a:r>
              <a:rPr sz="1728" b="0" baseline="-22000">
                <a:solidFill>
                  <a:srgbClr val="111111"/>
                </a:solidFill>
                <a:latin typeface="Noto Sans CJK JP"/>
                <a:ea typeface="Noto Sans CJK JP"/>
              </a:rPr>
              <a:t>g</a:t>
            </a:r>
            <a:r>
              <a:rPr sz="2400" b="0">
                <a:solidFill>
                  <a:srgbClr val="111111"/>
                </a:solidFill>
                <a:latin typeface="Noto Sans CJK JP"/>
                <a:ea typeface="Noto Sans CJK JP"/>
              </a:rPr>
              <a:t>)</a:t>
            </a:r>
          </a:p>
        </p:txBody>
      </p:sp>
      <p:grpSp>
        <p:nvGrpSpPr>
          <p:cNvPr id="39" name="電子 e⁻"/>
          <p:cNvGrpSpPr/>
          <p:nvPr/>
        </p:nvGrpSpPr>
        <p:grpSpPr>
          <a:xfrm>
            <a:off x="7581899" y="2314575"/>
            <a:ext cx="419100" cy="533400"/>
            <a:chOff x="7581899" y="2314575"/>
            <a:chExt cx="419100" cy="533400"/>
          </a:xfrm>
        </p:grpSpPr>
        <p:sp>
          <p:nvSpPr>
            <p:cNvPr id="40" name="電子の点"/>
            <p:cNvSpPr/>
            <p:nvPr/>
          </p:nvSpPr>
          <p:spPr>
            <a:xfrm>
              <a:off x="7667624" y="2695575"/>
              <a:ext cx="152400" cy="152400"/>
            </a:xfrm>
            <a:prstGeom prst="ellipse">
              <a:avLst/>
            </a:prstGeom>
            <a:solidFill>
              <a:srgbClr val="0969BD"/>
            </a:solidFill>
            <a:ln w="10477">
              <a:solidFill>
                <a:srgbClr val="08345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文字｜e⁻"/>
            <p:cNvSpPr txBox="1"/>
            <p:nvPr/>
          </p:nvSpPr>
          <p:spPr>
            <a:xfrm>
              <a:off x="7581899" y="2314575"/>
              <a:ext cx="419100" cy="3429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882" b="0">
                  <a:solidFill>
                    <a:srgbClr val="111111"/>
                  </a:solidFill>
                  <a:latin typeface="Noto Sans CJK JP"/>
                </a:defRPr>
              </a:pPr>
              <a:r>
                <a:rPr sz="1882" b="0">
                  <a:solidFill>
                    <a:srgbClr val="111111"/>
                  </a:solidFill>
                  <a:latin typeface="Noto Sans CJK JP"/>
                  <a:ea typeface="Noto Sans CJK JP"/>
                </a:rPr>
                <a:t>e⁻</a:t>
              </a:r>
            </a:p>
          </p:txBody>
        </p:sp>
      </p:grpSp>
      <p:cxnSp>
        <p:nvCxnSpPr>
          <p:cNvPr id="42" name="結合線・接続線"/>
          <p:cNvCxnSpPr/>
          <p:nvPr/>
        </p:nvCxnSpPr>
        <p:spPr>
          <a:xfrm>
            <a:off x="7915275" y="2771775"/>
            <a:ext cx="314325" cy="0"/>
          </a:xfrm>
          <a:prstGeom prst="line">
            <a:avLst/>
          </a:prstGeom>
          <a:ln w="20955">
            <a:solidFill>
              <a:srgbClr val="11111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" name="分子・化学種｜CF4"/>
          <p:cNvGrpSpPr/>
          <p:nvPr/>
        </p:nvGrpSpPr>
        <p:grpSpPr>
          <a:xfrm>
            <a:off x="8323897" y="1846802"/>
            <a:ext cx="1559814" cy="1619154"/>
            <a:chOff x="8323897" y="1846802"/>
            <a:chExt cx="1559814" cy="1619154"/>
          </a:xfrm>
        </p:grpSpPr>
        <p:cxnSp>
          <p:nvCxnSpPr>
            <p:cNvPr id="44" name="結合線・接続線"/>
            <p:cNvCxnSpPr/>
            <p:nvPr/>
          </p:nvCxnSpPr>
          <p:spPr>
            <a:xfrm flipV="1">
              <a:off x="9086850" y="2041779"/>
              <a:ext cx="0" cy="644271"/>
            </a:xfrm>
            <a:prstGeom prst="line">
              <a:avLst/>
            </a:prstGeom>
            <a:ln w="21907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結合線・接続線"/>
            <p:cNvCxnSpPr/>
            <p:nvPr/>
          </p:nvCxnSpPr>
          <p:spPr>
            <a:xfrm flipH="1">
              <a:off x="8518874" y="2686050"/>
              <a:ext cx="567976" cy="0"/>
            </a:xfrm>
            <a:prstGeom prst="line">
              <a:avLst/>
            </a:prstGeom>
            <a:ln w="21907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結合線・接続線"/>
            <p:cNvCxnSpPr/>
            <p:nvPr/>
          </p:nvCxnSpPr>
          <p:spPr>
            <a:xfrm>
              <a:off x="9086850" y="2686050"/>
              <a:ext cx="601884" cy="76295"/>
            </a:xfrm>
            <a:prstGeom prst="line">
              <a:avLst/>
            </a:prstGeom>
            <a:ln w="21907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結合線・接続線"/>
            <p:cNvCxnSpPr/>
            <p:nvPr/>
          </p:nvCxnSpPr>
          <p:spPr>
            <a:xfrm>
              <a:off x="9086850" y="2686050"/>
              <a:ext cx="0" cy="584930"/>
            </a:xfrm>
            <a:prstGeom prst="line">
              <a:avLst/>
            </a:prstGeom>
            <a:ln w="21907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原子｜F"/>
            <p:cNvSpPr/>
            <p:nvPr/>
          </p:nvSpPr>
          <p:spPr>
            <a:xfrm>
              <a:off x="8891873" y="1846802"/>
              <a:ext cx="389953" cy="389953"/>
            </a:xfrm>
            <a:prstGeom prst="ellipse">
              <a:avLst/>
            </a:prstGeom>
            <a:solidFill>
              <a:srgbClr val="AED396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文字｜F"/>
            <p:cNvSpPr txBox="1"/>
            <p:nvPr/>
          </p:nvSpPr>
          <p:spPr>
            <a:xfrm>
              <a:off x="8891873" y="1846802"/>
              <a:ext cx="389953" cy="38995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658" b="0">
                  <a:solidFill>
                    <a:srgbClr val="111111"/>
                  </a:solidFill>
                  <a:latin typeface="Noto Sans CJK JP"/>
                </a:defRPr>
              </a:pPr>
              <a:r>
                <a:rPr sz="1658" b="0">
                  <a:solidFill>
                    <a:srgbClr val="111111"/>
                  </a:solidFill>
                  <a:latin typeface="Noto Sans CJK JP"/>
                  <a:ea typeface="Noto Sans CJK JP"/>
                </a:rPr>
                <a:t>F</a:t>
              </a:r>
            </a:p>
          </p:txBody>
        </p:sp>
        <p:sp>
          <p:nvSpPr>
            <p:cNvPr id="50" name="原子｜F"/>
            <p:cNvSpPr/>
            <p:nvPr/>
          </p:nvSpPr>
          <p:spPr>
            <a:xfrm>
              <a:off x="8323897" y="2491073"/>
              <a:ext cx="389953" cy="389953"/>
            </a:xfrm>
            <a:prstGeom prst="ellipse">
              <a:avLst/>
            </a:prstGeom>
            <a:solidFill>
              <a:srgbClr val="AED396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文字｜F"/>
            <p:cNvSpPr txBox="1"/>
            <p:nvPr/>
          </p:nvSpPr>
          <p:spPr>
            <a:xfrm>
              <a:off x="8323897" y="2491073"/>
              <a:ext cx="389953" cy="38995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658" b="0">
                  <a:solidFill>
                    <a:srgbClr val="111111"/>
                  </a:solidFill>
                  <a:latin typeface="Noto Sans CJK JP"/>
                </a:defRPr>
              </a:pPr>
              <a:r>
                <a:rPr sz="1658" b="0">
                  <a:solidFill>
                    <a:srgbClr val="111111"/>
                  </a:solidFill>
                  <a:latin typeface="Noto Sans CJK JP"/>
                  <a:ea typeface="Noto Sans CJK JP"/>
                </a:rPr>
                <a:t>F</a:t>
              </a:r>
            </a:p>
          </p:txBody>
        </p:sp>
        <p:sp>
          <p:nvSpPr>
            <p:cNvPr id="52" name="原子｜F"/>
            <p:cNvSpPr/>
            <p:nvPr/>
          </p:nvSpPr>
          <p:spPr>
            <a:xfrm>
              <a:off x="9493758" y="2567368"/>
              <a:ext cx="389953" cy="389953"/>
            </a:xfrm>
            <a:prstGeom prst="ellipse">
              <a:avLst/>
            </a:prstGeom>
            <a:solidFill>
              <a:srgbClr val="AED396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文字｜F"/>
            <p:cNvSpPr txBox="1"/>
            <p:nvPr/>
          </p:nvSpPr>
          <p:spPr>
            <a:xfrm>
              <a:off x="9493758" y="2567368"/>
              <a:ext cx="389953" cy="38995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658" b="0">
                  <a:solidFill>
                    <a:srgbClr val="111111"/>
                  </a:solidFill>
                  <a:latin typeface="Noto Sans CJK JP"/>
                </a:defRPr>
              </a:pPr>
              <a:r>
                <a:rPr sz="1658" b="0">
                  <a:solidFill>
                    <a:srgbClr val="111111"/>
                  </a:solidFill>
                  <a:latin typeface="Noto Sans CJK JP"/>
                  <a:ea typeface="Noto Sans CJK JP"/>
                </a:rPr>
                <a:t>F</a:t>
              </a:r>
            </a:p>
          </p:txBody>
        </p:sp>
        <p:sp>
          <p:nvSpPr>
            <p:cNvPr id="54" name="原子｜F"/>
            <p:cNvSpPr/>
            <p:nvPr/>
          </p:nvSpPr>
          <p:spPr>
            <a:xfrm>
              <a:off x="8891873" y="3076003"/>
              <a:ext cx="389953" cy="389953"/>
            </a:xfrm>
            <a:prstGeom prst="ellipse">
              <a:avLst/>
            </a:prstGeom>
            <a:solidFill>
              <a:srgbClr val="AED396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文字｜F"/>
            <p:cNvSpPr txBox="1"/>
            <p:nvPr/>
          </p:nvSpPr>
          <p:spPr>
            <a:xfrm>
              <a:off x="8891873" y="3076003"/>
              <a:ext cx="389953" cy="38995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658" b="0">
                  <a:solidFill>
                    <a:srgbClr val="111111"/>
                  </a:solidFill>
                  <a:latin typeface="Noto Sans CJK JP"/>
                </a:defRPr>
              </a:pPr>
              <a:r>
                <a:rPr sz="1658" b="0">
                  <a:solidFill>
                    <a:srgbClr val="111111"/>
                  </a:solidFill>
                  <a:latin typeface="Noto Sans CJK JP"/>
                  <a:ea typeface="Noto Sans CJK JP"/>
                </a:rPr>
                <a:t>F</a:t>
              </a:r>
            </a:p>
          </p:txBody>
        </p:sp>
        <p:sp>
          <p:nvSpPr>
            <p:cNvPr id="56" name="原子｜C"/>
            <p:cNvSpPr/>
            <p:nvPr/>
          </p:nvSpPr>
          <p:spPr>
            <a:xfrm>
              <a:off x="8857964" y="2457164"/>
              <a:ext cx="457771" cy="457771"/>
            </a:xfrm>
            <a:prstGeom prst="ellipse">
              <a:avLst/>
            </a:prstGeom>
            <a:solidFill>
              <a:srgbClr val="555958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文字｜C"/>
            <p:cNvSpPr txBox="1"/>
            <p:nvPr/>
          </p:nvSpPr>
          <p:spPr>
            <a:xfrm>
              <a:off x="8857964" y="2457164"/>
              <a:ext cx="457771" cy="457771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946" b="0">
                  <a:solidFill>
                    <a:srgbClr val="FFFFFF"/>
                  </a:solidFill>
                  <a:latin typeface="Noto Sans CJK JP"/>
                </a:defRPr>
              </a:pPr>
              <a:r>
                <a:rPr sz="1946" b="0">
                  <a:solidFill>
                    <a:srgbClr val="FFFFFF"/>
                  </a:solidFill>
                  <a:latin typeface="Noto Sans CJK JP"/>
                  <a:ea typeface="Noto Sans CJK JP"/>
                </a:rPr>
                <a:t>C</a:t>
              </a:r>
            </a:p>
          </p:txBody>
        </p:sp>
      </p:grpSp>
      <p:sp>
        <p:nvSpPr>
          <p:cNvPr id="58" name="文字｜CF₄"/>
          <p:cNvSpPr txBox="1"/>
          <p:nvPr/>
        </p:nvSpPr>
        <p:spPr>
          <a:xfrm>
            <a:off x="8591550" y="3524250"/>
            <a:ext cx="990599" cy="4381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11111"/>
                </a:solidFill>
                <a:latin typeface="Noto Sans CJK JP"/>
              </a:defRPr>
            </a:pPr>
            <a:r>
              <a:rPr sz="2400" b="0">
                <a:solidFill>
                  <a:srgbClr val="111111"/>
                </a:solidFill>
                <a:latin typeface="Noto Sans CJK JP"/>
                <a:ea typeface="Noto Sans CJK JP"/>
              </a:rPr>
              <a:t>CF₄</a:t>
            </a:r>
          </a:p>
        </p:txBody>
      </p:sp>
      <p:cxnSp>
        <p:nvCxnSpPr>
          <p:cNvPr id="59" name="結合線・接続線"/>
          <p:cNvCxnSpPr/>
          <p:nvPr/>
        </p:nvCxnSpPr>
        <p:spPr>
          <a:xfrm>
            <a:off x="10106025" y="2762250"/>
            <a:ext cx="438150" cy="0"/>
          </a:xfrm>
          <a:prstGeom prst="line">
            <a:avLst/>
          </a:prstGeom>
          <a:ln w="20955">
            <a:solidFill>
              <a:srgbClr val="11111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0" name="分子・化学種｜CF3"/>
          <p:cNvGrpSpPr/>
          <p:nvPr/>
        </p:nvGrpSpPr>
        <p:grpSpPr>
          <a:xfrm>
            <a:off x="10849070" y="1790700"/>
            <a:ext cx="1282826" cy="1516855"/>
            <a:chOff x="10849070" y="1790700"/>
            <a:chExt cx="1282826" cy="1516855"/>
          </a:xfrm>
        </p:grpSpPr>
        <p:cxnSp>
          <p:nvCxnSpPr>
            <p:cNvPr id="61" name="結合線・接続線"/>
            <p:cNvCxnSpPr/>
            <p:nvPr/>
          </p:nvCxnSpPr>
          <p:spPr>
            <a:xfrm flipV="1">
              <a:off x="11620500" y="1990058"/>
              <a:ext cx="0" cy="667417"/>
            </a:xfrm>
            <a:prstGeom prst="line">
              <a:avLst/>
            </a:prstGeom>
            <a:ln w="21907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結合線・接続線"/>
            <p:cNvCxnSpPr/>
            <p:nvPr/>
          </p:nvCxnSpPr>
          <p:spPr>
            <a:xfrm flipH="1">
              <a:off x="11048428" y="2657475"/>
              <a:ext cx="572072" cy="294703"/>
            </a:xfrm>
            <a:prstGeom prst="line">
              <a:avLst/>
            </a:prstGeom>
            <a:ln w="21907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結合線・接続線"/>
            <p:cNvCxnSpPr/>
            <p:nvPr/>
          </p:nvCxnSpPr>
          <p:spPr>
            <a:xfrm>
              <a:off x="11620500" y="2657475"/>
              <a:ext cx="312039" cy="450723"/>
            </a:xfrm>
            <a:prstGeom prst="line">
              <a:avLst/>
            </a:prstGeom>
            <a:ln w="21907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原子｜F"/>
            <p:cNvSpPr/>
            <p:nvPr/>
          </p:nvSpPr>
          <p:spPr>
            <a:xfrm>
              <a:off x="11421141" y="1790700"/>
              <a:ext cx="398716" cy="398716"/>
            </a:xfrm>
            <a:prstGeom prst="ellipse">
              <a:avLst/>
            </a:prstGeom>
            <a:solidFill>
              <a:srgbClr val="AED396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文字｜F"/>
            <p:cNvSpPr txBox="1"/>
            <p:nvPr/>
          </p:nvSpPr>
          <p:spPr>
            <a:xfrm>
              <a:off x="11421141" y="1790700"/>
              <a:ext cx="398716" cy="39871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695" b="0">
                  <a:solidFill>
                    <a:srgbClr val="111111"/>
                  </a:solidFill>
                  <a:latin typeface="Noto Sans CJK JP"/>
                </a:defRPr>
              </a:pPr>
              <a:r>
                <a:rPr sz="1695" b="0">
                  <a:solidFill>
                    <a:srgbClr val="111111"/>
                  </a:solidFill>
                  <a:latin typeface="Noto Sans CJK JP"/>
                  <a:ea typeface="Noto Sans CJK JP"/>
                </a:rPr>
                <a:t>F</a:t>
              </a:r>
            </a:p>
          </p:txBody>
        </p:sp>
        <p:sp>
          <p:nvSpPr>
            <p:cNvPr id="66" name="原子｜F"/>
            <p:cNvSpPr/>
            <p:nvPr/>
          </p:nvSpPr>
          <p:spPr>
            <a:xfrm>
              <a:off x="10849070" y="2752820"/>
              <a:ext cx="398716" cy="398716"/>
            </a:xfrm>
            <a:prstGeom prst="ellipse">
              <a:avLst/>
            </a:prstGeom>
            <a:solidFill>
              <a:srgbClr val="AED396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文字｜F"/>
            <p:cNvSpPr txBox="1"/>
            <p:nvPr/>
          </p:nvSpPr>
          <p:spPr>
            <a:xfrm>
              <a:off x="10849070" y="2752820"/>
              <a:ext cx="398716" cy="39871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695" b="0">
                  <a:solidFill>
                    <a:srgbClr val="111111"/>
                  </a:solidFill>
                  <a:latin typeface="Noto Sans CJK JP"/>
                </a:defRPr>
              </a:pPr>
              <a:r>
                <a:rPr sz="1695" b="0">
                  <a:solidFill>
                    <a:srgbClr val="111111"/>
                  </a:solidFill>
                  <a:latin typeface="Noto Sans CJK JP"/>
                  <a:ea typeface="Noto Sans CJK JP"/>
                </a:rPr>
                <a:t>F</a:t>
              </a:r>
            </a:p>
          </p:txBody>
        </p:sp>
        <p:sp>
          <p:nvSpPr>
            <p:cNvPr id="68" name="原子｜F"/>
            <p:cNvSpPr/>
            <p:nvPr/>
          </p:nvSpPr>
          <p:spPr>
            <a:xfrm>
              <a:off x="11733180" y="2908839"/>
              <a:ext cx="398716" cy="398716"/>
            </a:xfrm>
            <a:prstGeom prst="ellipse">
              <a:avLst/>
            </a:prstGeom>
            <a:solidFill>
              <a:srgbClr val="AED396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文字｜F"/>
            <p:cNvSpPr txBox="1"/>
            <p:nvPr/>
          </p:nvSpPr>
          <p:spPr>
            <a:xfrm>
              <a:off x="11733180" y="2908839"/>
              <a:ext cx="398716" cy="39871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695" b="0">
                  <a:solidFill>
                    <a:srgbClr val="111111"/>
                  </a:solidFill>
                  <a:latin typeface="Noto Sans CJK JP"/>
                </a:defRPr>
              </a:pPr>
              <a:r>
                <a:rPr sz="1695" b="0">
                  <a:solidFill>
                    <a:srgbClr val="111111"/>
                  </a:solidFill>
                  <a:latin typeface="Noto Sans CJK JP"/>
                  <a:ea typeface="Noto Sans CJK JP"/>
                </a:rPr>
                <a:t>F</a:t>
              </a:r>
            </a:p>
          </p:txBody>
        </p:sp>
        <p:sp>
          <p:nvSpPr>
            <p:cNvPr id="70" name="原子｜C"/>
            <p:cNvSpPr/>
            <p:nvPr/>
          </p:nvSpPr>
          <p:spPr>
            <a:xfrm>
              <a:off x="11386470" y="2423445"/>
              <a:ext cx="468058" cy="468058"/>
            </a:xfrm>
            <a:prstGeom prst="ellipse">
              <a:avLst/>
            </a:prstGeom>
            <a:solidFill>
              <a:srgbClr val="555958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文字｜C"/>
            <p:cNvSpPr txBox="1"/>
            <p:nvPr/>
          </p:nvSpPr>
          <p:spPr>
            <a:xfrm>
              <a:off x="11386470" y="2423445"/>
              <a:ext cx="468058" cy="46805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990" b="0">
                  <a:solidFill>
                    <a:srgbClr val="FFFFFF"/>
                  </a:solidFill>
                  <a:latin typeface="Noto Sans CJK JP"/>
                </a:defRPr>
              </a:pPr>
              <a:r>
                <a:rPr sz="1990" b="0">
                  <a:solidFill>
                    <a:srgbClr val="FFFFFF"/>
                  </a:solidFill>
                  <a:latin typeface="Noto Sans CJK JP"/>
                  <a:ea typeface="Noto Sans CJK JP"/>
                </a:rPr>
                <a:t>C</a:t>
              </a:r>
            </a:p>
          </p:txBody>
        </p:sp>
      </p:grpSp>
      <p:sp>
        <p:nvSpPr>
          <p:cNvPr id="72" name="文字｜CF₃"/>
          <p:cNvSpPr txBox="1"/>
          <p:nvPr/>
        </p:nvSpPr>
        <p:spPr>
          <a:xfrm>
            <a:off x="11172825" y="3524250"/>
            <a:ext cx="1028700" cy="4381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11111"/>
                </a:solidFill>
                <a:latin typeface="Noto Sans CJK JP"/>
              </a:defRPr>
            </a:pPr>
            <a:r>
              <a:rPr sz="2400" b="0">
                <a:solidFill>
                  <a:srgbClr val="111111"/>
                </a:solidFill>
                <a:latin typeface="Noto Sans CJK JP"/>
                <a:ea typeface="Noto Sans CJK JP"/>
              </a:rPr>
              <a:t>CF₃</a:t>
            </a:r>
          </a:p>
        </p:txBody>
      </p:sp>
      <p:sp>
        <p:nvSpPr>
          <p:cNvPr id="73" name="文字｜+"/>
          <p:cNvSpPr txBox="1"/>
          <p:nvPr/>
        </p:nvSpPr>
        <p:spPr>
          <a:xfrm>
            <a:off x="12258675" y="2419350"/>
            <a:ext cx="342900" cy="476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11111"/>
                </a:solidFill>
                <a:latin typeface="Noto Sans CJK JP"/>
              </a:defRPr>
            </a:pPr>
            <a:r>
              <a:rPr sz="2400" b="0">
                <a:solidFill>
                  <a:srgbClr val="111111"/>
                </a:solidFill>
                <a:latin typeface="Noto Sans CJK JP"/>
                <a:ea typeface="Noto Sans CJK JP"/>
              </a:rPr>
              <a:t>+</a:t>
            </a:r>
          </a:p>
        </p:txBody>
      </p:sp>
      <p:grpSp>
        <p:nvGrpSpPr>
          <p:cNvPr id="74" name="分子・化学種｜F"/>
          <p:cNvGrpSpPr/>
          <p:nvPr/>
        </p:nvGrpSpPr>
        <p:grpSpPr>
          <a:xfrm>
            <a:off x="12807696" y="2415921"/>
            <a:ext cx="464057" cy="464057"/>
            <a:chOff x="12807696" y="2415921"/>
            <a:chExt cx="464057" cy="464057"/>
          </a:xfrm>
        </p:grpSpPr>
        <p:sp>
          <p:nvSpPr>
            <p:cNvPr id="75" name="原子｜F"/>
            <p:cNvSpPr/>
            <p:nvPr/>
          </p:nvSpPr>
          <p:spPr>
            <a:xfrm>
              <a:off x="12807696" y="2415921"/>
              <a:ext cx="464057" cy="464057"/>
            </a:xfrm>
            <a:prstGeom prst="ellipse">
              <a:avLst/>
            </a:prstGeom>
            <a:solidFill>
              <a:srgbClr val="AED396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文字｜F"/>
            <p:cNvSpPr txBox="1"/>
            <p:nvPr/>
          </p:nvSpPr>
          <p:spPr>
            <a:xfrm>
              <a:off x="12807696" y="2415921"/>
              <a:ext cx="464057" cy="46405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973" b="0">
                  <a:solidFill>
                    <a:srgbClr val="111111"/>
                  </a:solidFill>
                  <a:latin typeface="Noto Sans CJK JP"/>
                </a:defRPr>
              </a:pPr>
              <a:r>
                <a:rPr sz="1973" b="0">
                  <a:solidFill>
                    <a:srgbClr val="111111"/>
                  </a:solidFill>
                  <a:latin typeface="Noto Sans CJK JP"/>
                  <a:ea typeface="Noto Sans CJK JP"/>
                </a:rPr>
                <a:t>F</a:t>
              </a:r>
            </a:p>
          </p:txBody>
        </p:sp>
      </p:grpSp>
      <p:grpSp>
        <p:nvGrpSpPr>
          <p:cNvPr id="77" name="電子 e⁻"/>
          <p:cNvGrpSpPr/>
          <p:nvPr/>
        </p:nvGrpSpPr>
        <p:grpSpPr>
          <a:xfrm>
            <a:off x="13773150" y="2295525"/>
            <a:ext cx="419100" cy="533400"/>
            <a:chOff x="13773150" y="2295525"/>
            <a:chExt cx="419100" cy="533400"/>
          </a:xfrm>
        </p:grpSpPr>
        <p:sp>
          <p:nvSpPr>
            <p:cNvPr id="78" name="電子の点"/>
            <p:cNvSpPr/>
            <p:nvPr/>
          </p:nvSpPr>
          <p:spPr>
            <a:xfrm>
              <a:off x="13858875" y="2676525"/>
              <a:ext cx="152400" cy="152400"/>
            </a:xfrm>
            <a:prstGeom prst="ellipse">
              <a:avLst/>
            </a:prstGeom>
            <a:solidFill>
              <a:srgbClr val="0969BD"/>
            </a:solidFill>
            <a:ln w="10477">
              <a:solidFill>
                <a:srgbClr val="08345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文字｜e⁻"/>
            <p:cNvSpPr txBox="1"/>
            <p:nvPr/>
          </p:nvSpPr>
          <p:spPr>
            <a:xfrm>
              <a:off x="13773150" y="2295525"/>
              <a:ext cx="419100" cy="3429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882" b="0">
                  <a:solidFill>
                    <a:srgbClr val="111111"/>
                  </a:solidFill>
                  <a:latin typeface="Noto Sans CJK JP"/>
                </a:defRPr>
              </a:pPr>
              <a:r>
                <a:rPr sz="1882" b="0">
                  <a:solidFill>
                    <a:srgbClr val="111111"/>
                  </a:solidFill>
                  <a:latin typeface="Noto Sans CJK JP"/>
                  <a:ea typeface="Noto Sans CJK JP"/>
                </a:rPr>
                <a:t>e⁻</a:t>
              </a:r>
            </a:p>
          </p:txBody>
        </p:sp>
      </p:grpSp>
      <p:cxnSp>
        <p:nvCxnSpPr>
          <p:cNvPr id="80" name="結合線・接続線"/>
          <p:cNvCxnSpPr/>
          <p:nvPr/>
        </p:nvCxnSpPr>
        <p:spPr>
          <a:xfrm>
            <a:off x="14097000" y="2752725"/>
            <a:ext cx="219075" cy="0"/>
          </a:xfrm>
          <a:prstGeom prst="line">
            <a:avLst/>
          </a:prstGeom>
          <a:ln w="20955">
            <a:solidFill>
              <a:srgbClr val="11111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文字｜e⁻ + CF₄ → e⁻ + CF₃ + F"/>
          <p:cNvSpPr txBox="1"/>
          <p:nvPr/>
        </p:nvSpPr>
        <p:spPr>
          <a:xfrm>
            <a:off x="7943850" y="4105274"/>
            <a:ext cx="6324600" cy="628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11111"/>
                </a:solidFill>
                <a:latin typeface="Noto Sans CJK JP"/>
              </a:defRPr>
            </a:pPr>
            <a:r>
              <a:rPr sz="2400" b="0">
                <a:solidFill>
                  <a:srgbClr val="111111"/>
                </a:solidFill>
                <a:latin typeface="Noto Sans CJK JP"/>
                <a:ea typeface="Noto Sans CJK JP"/>
              </a:rPr>
              <a:t>e⁻ + CF₄ → e⁻ + CF₃ + F</a:t>
            </a:r>
          </a:p>
        </p:txBody>
      </p:sp>
      <p:grpSp>
        <p:nvGrpSpPr>
          <p:cNvPr id="82" name="電子 e⁻"/>
          <p:cNvGrpSpPr/>
          <p:nvPr/>
        </p:nvGrpSpPr>
        <p:grpSpPr>
          <a:xfrm>
            <a:off x="285750" y="6362700"/>
            <a:ext cx="419100" cy="533400"/>
            <a:chOff x="285750" y="6362700"/>
            <a:chExt cx="419100" cy="533400"/>
          </a:xfrm>
        </p:grpSpPr>
        <p:sp>
          <p:nvSpPr>
            <p:cNvPr id="83" name="電子の点"/>
            <p:cNvSpPr/>
            <p:nvPr/>
          </p:nvSpPr>
          <p:spPr>
            <a:xfrm>
              <a:off x="371475" y="6743700"/>
              <a:ext cx="152400" cy="152400"/>
            </a:xfrm>
            <a:prstGeom prst="ellipse">
              <a:avLst/>
            </a:prstGeom>
            <a:solidFill>
              <a:srgbClr val="0969BD"/>
            </a:solidFill>
            <a:ln w="10477">
              <a:solidFill>
                <a:srgbClr val="08345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文字｜e⁻"/>
            <p:cNvSpPr txBox="1"/>
            <p:nvPr/>
          </p:nvSpPr>
          <p:spPr>
            <a:xfrm>
              <a:off x="285750" y="6362700"/>
              <a:ext cx="419100" cy="3429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882" b="0">
                  <a:solidFill>
                    <a:srgbClr val="111111"/>
                  </a:solidFill>
                  <a:latin typeface="Noto Sans CJK JP"/>
                </a:defRPr>
              </a:pPr>
              <a:r>
                <a:rPr sz="1882" b="0">
                  <a:solidFill>
                    <a:srgbClr val="111111"/>
                  </a:solidFill>
                  <a:latin typeface="Noto Sans CJK JP"/>
                  <a:ea typeface="Noto Sans CJK JP"/>
                </a:rPr>
                <a:t>e⁻</a:t>
              </a:r>
            </a:p>
          </p:txBody>
        </p:sp>
      </p:grpSp>
      <p:cxnSp>
        <p:nvCxnSpPr>
          <p:cNvPr id="85" name="結合線・接続線"/>
          <p:cNvCxnSpPr/>
          <p:nvPr/>
        </p:nvCxnSpPr>
        <p:spPr>
          <a:xfrm>
            <a:off x="619125" y="6819900"/>
            <a:ext cx="323850" cy="0"/>
          </a:xfrm>
          <a:prstGeom prst="line">
            <a:avLst/>
          </a:prstGeom>
          <a:ln w="20955">
            <a:solidFill>
              <a:srgbClr val="11111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6" name="分子・化学種｜CF4"/>
          <p:cNvGrpSpPr/>
          <p:nvPr/>
        </p:nvGrpSpPr>
        <p:grpSpPr>
          <a:xfrm>
            <a:off x="996791" y="5879496"/>
            <a:ext cx="1560194" cy="1690211"/>
            <a:chOff x="996791" y="5879496"/>
            <a:chExt cx="1560194" cy="1690211"/>
          </a:xfrm>
        </p:grpSpPr>
        <p:cxnSp>
          <p:nvCxnSpPr>
            <p:cNvPr id="87" name="結合線・接続線"/>
            <p:cNvCxnSpPr/>
            <p:nvPr/>
          </p:nvCxnSpPr>
          <p:spPr>
            <a:xfrm flipV="1">
              <a:off x="1733550" y="6078855"/>
              <a:ext cx="0" cy="693420"/>
            </a:xfrm>
            <a:prstGeom prst="line">
              <a:avLst/>
            </a:prstGeom>
            <a:ln w="21907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結合線・接続線"/>
            <p:cNvCxnSpPr/>
            <p:nvPr/>
          </p:nvCxnSpPr>
          <p:spPr>
            <a:xfrm flipH="1">
              <a:off x="1196149" y="6772275"/>
              <a:ext cx="537401" cy="17335"/>
            </a:xfrm>
            <a:prstGeom prst="line">
              <a:avLst/>
            </a:prstGeom>
            <a:ln w="21907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結合線・接続線"/>
            <p:cNvCxnSpPr/>
            <p:nvPr/>
          </p:nvCxnSpPr>
          <p:spPr>
            <a:xfrm>
              <a:off x="1733550" y="6772275"/>
              <a:ext cx="624078" cy="121348"/>
            </a:xfrm>
            <a:prstGeom prst="line">
              <a:avLst/>
            </a:prstGeom>
            <a:ln w="21907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結合線・接続線"/>
            <p:cNvCxnSpPr/>
            <p:nvPr/>
          </p:nvCxnSpPr>
          <p:spPr>
            <a:xfrm>
              <a:off x="1733550" y="6772275"/>
              <a:ext cx="0" cy="598074"/>
            </a:xfrm>
            <a:prstGeom prst="line">
              <a:avLst/>
            </a:prstGeom>
            <a:ln w="21907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原子｜F"/>
            <p:cNvSpPr/>
            <p:nvPr/>
          </p:nvSpPr>
          <p:spPr>
            <a:xfrm>
              <a:off x="1534191" y="5879496"/>
              <a:ext cx="398716" cy="398716"/>
            </a:xfrm>
            <a:prstGeom prst="ellipse">
              <a:avLst/>
            </a:prstGeom>
            <a:solidFill>
              <a:srgbClr val="AED396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" name="文字｜F"/>
            <p:cNvSpPr txBox="1"/>
            <p:nvPr/>
          </p:nvSpPr>
          <p:spPr>
            <a:xfrm>
              <a:off x="1534191" y="5879496"/>
              <a:ext cx="398716" cy="39871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695" b="0">
                  <a:solidFill>
                    <a:srgbClr val="111111"/>
                  </a:solidFill>
                  <a:latin typeface="Noto Sans CJK JP"/>
                </a:defRPr>
              </a:pPr>
              <a:r>
                <a:rPr sz="1695" b="0">
                  <a:solidFill>
                    <a:srgbClr val="111111"/>
                  </a:solidFill>
                  <a:latin typeface="Noto Sans CJK JP"/>
                  <a:ea typeface="Noto Sans CJK JP"/>
                </a:rPr>
                <a:t>F</a:t>
              </a:r>
            </a:p>
          </p:txBody>
        </p:sp>
        <p:sp>
          <p:nvSpPr>
            <p:cNvPr id="93" name="原子｜F"/>
            <p:cNvSpPr/>
            <p:nvPr/>
          </p:nvSpPr>
          <p:spPr>
            <a:xfrm>
              <a:off x="996791" y="6590252"/>
              <a:ext cx="398716" cy="398716"/>
            </a:xfrm>
            <a:prstGeom prst="ellipse">
              <a:avLst/>
            </a:prstGeom>
            <a:solidFill>
              <a:srgbClr val="AED396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" name="文字｜F"/>
            <p:cNvSpPr txBox="1"/>
            <p:nvPr/>
          </p:nvSpPr>
          <p:spPr>
            <a:xfrm>
              <a:off x="996791" y="6590252"/>
              <a:ext cx="398716" cy="39871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695" b="0">
                  <a:solidFill>
                    <a:srgbClr val="111111"/>
                  </a:solidFill>
                  <a:latin typeface="Noto Sans CJK JP"/>
                </a:defRPr>
              </a:pPr>
              <a:r>
                <a:rPr sz="1695" b="0">
                  <a:solidFill>
                    <a:srgbClr val="111111"/>
                  </a:solidFill>
                  <a:latin typeface="Noto Sans CJK JP"/>
                  <a:ea typeface="Noto Sans CJK JP"/>
                </a:rPr>
                <a:t>F</a:t>
              </a:r>
            </a:p>
          </p:txBody>
        </p:sp>
        <p:sp>
          <p:nvSpPr>
            <p:cNvPr id="95" name="原子｜F"/>
            <p:cNvSpPr/>
            <p:nvPr/>
          </p:nvSpPr>
          <p:spPr>
            <a:xfrm>
              <a:off x="2158269" y="6694265"/>
              <a:ext cx="398716" cy="398716"/>
            </a:xfrm>
            <a:prstGeom prst="ellipse">
              <a:avLst/>
            </a:prstGeom>
            <a:solidFill>
              <a:srgbClr val="AED396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" name="文字｜F"/>
            <p:cNvSpPr txBox="1"/>
            <p:nvPr/>
          </p:nvSpPr>
          <p:spPr>
            <a:xfrm>
              <a:off x="2158269" y="6694265"/>
              <a:ext cx="398716" cy="39871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695" b="0">
                  <a:solidFill>
                    <a:srgbClr val="111111"/>
                  </a:solidFill>
                  <a:latin typeface="Noto Sans CJK JP"/>
                </a:defRPr>
              </a:pPr>
              <a:r>
                <a:rPr sz="1695" b="0">
                  <a:solidFill>
                    <a:srgbClr val="111111"/>
                  </a:solidFill>
                  <a:latin typeface="Noto Sans CJK JP"/>
                  <a:ea typeface="Noto Sans CJK JP"/>
                </a:rPr>
                <a:t>F</a:t>
              </a:r>
            </a:p>
          </p:txBody>
        </p:sp>
        <p:sp>
          <p:nvSpPr>
            <p:cNvPr id="97" name="原子｜F"/>
            <p:cNvSpPr/>
            <p:nvPr/>
          </p:nvSpPr>
          <p:spPr>
            <a:xfrm>
              <a:off x="1534191" y="7170991"/>
              <a:ext cx="398716" cy="398716"/>
            </a:xfrm>
            <a:prstGeom prst="ellipse">
              <a:avLst/>
            </a:prstGeom>
            <a:solidFill>
              <a:srgbClr val="AED396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" name="文字｜F"/>
            <p:cNvSpPr txBox="1"/>
            <p:nvPr/>
          </p:nvSpPr>
          <p:spPr>
            <a:xfrm>
              <a:off x="1534191" y="7170991"/>
              <a:ext cx="398716" cy="39871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695" b="0">
                  <a:solidFill>
                    <a:srgbClr val="111111"/>
                  </a:solidFill>
                  <a:latin typeface="Noto Sans CJK JP"/>
                </a:defRPr>
              </a:pPr>
              <a:r>
                <a:rPr sz="1695" b="0">
                  <a:solidFill>
                    <a:srgbClr val="111111"/>
                  </a:solidFill>
                  <a:latin typeface="Noto Sans CJK JP"/>
                  <a:ea typeface="Noto Sans CJK JP"/>
                </a:rPr>
                <a:t>F</a:t>
              </a:r>
            </a:p>
          </p:txBody>
        </p:sp>
        <p:sp>
          <p:nvSpPr>
            <p:cNvPr id="99" name="原子｜C"/>
            <p:cNvSpPr/>
            <p:nvPr/>
          </p:nvSpPr>
          <p:spPr>
            <a:xfrm>
              <a:off x="1499520" y="6538245"/>
              <a:ext cx="468058" cy="468058"/>
            </a:xfrm>
            <a:prstGeom prst="ellipse">
              <a:avLst/>
            </a:prstGeom>
            <a:solidFill>
              <a:srgbClr val="555958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" name="文字｜C"/>
            <p:cNvSpPr txBox="1"/>
            <p:nvPr/>
          </p:nvSpPr>
          <p:spPr>
            <a:xfrm>
              <a:off x="1499520" y="6538245"/>
              <a:ext cx="468058" cy="46805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990" b="0">
                  <a:solidFill>
                    <a:srgbClr val="FFFFFF"/>
                  </a:solidFill>
                  <a:latin typeface="Noto Sans CJK JP"/>
                </a:defRPr>
              </a:pPr>
              <a:r>
                <a:rPr sz="1990" b="0">
                  <a:solidFill>
                    <a:srgbClr val="FFFFFF"/>
                  </a:solidFill>
                  <a:latin typeface="Noto Sans CJK JP"/>
                  <a:ea typeface="Noto Sans CJK JP"/>
                </a:rPr>
                <a:t>C</a:t>
              </a:r>
            </a:p>
          </p:txBody>
        </p:sp>
      </p:grpSp>
      <p:sp>
        <p:nvSpPr>
          <p:cNvPr id="101" name="文字｜CF₄"/>
          <p:cNvSpPr txBox="1"/>
          <p:nvPr/>
        </p:nvSpPr>
        <p:spPr>
          <a:xfrm>
            <a:off x="1200150" y="7648575"/>
            <a:ext cx="1066800" cy="4381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11111"/>
                </a:solidFill>
                <a:latin typeface="Noto Sans CJK JP"/>
              </a:defRPr>
            </a:pPr>
            <a:r>
              <a:rPr sz="2400" b="0">
                <a:solidFill>
                  <a:srgbClr val="111111"/>
                </a:solidFill>
                <a:latin typeface="Noto Sans CJK JP"/>
                <a:ea typeface="Noto Sans CJK JP"/>
              </a:rPr>
              <a:t>CF₄</a:t>
            </a:r>
          </a:p>
        </p:txBody>
      </p:sp>
      <p:cxnSp>
        <p:nvCxnSpPr>
          <p:cNvPr id="102" name="結合線・接続線"/>
          <p:cNvCxnSpPr/>
          <p:nvPr/>
        </p:nvCxnSpPr>
        <p:spPr>
          <a:xfrm>
            <a:off x="2733675" y="6819900"/>
            <a:ext cx="533400" cy="0"/>
          </a:xfrm>
          <a:prstGeom prst="line">
            <a:avLst/>
          </a:prstGeom>
          <a:ln w="20955">
            <a:solidFill>
              <a:srgbClr val="11111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3" name="分子・化学種｜CF3"/>
          <p:cNvGrpSpPr/>
          <p:nvPr/>
        </p:nvGrpSpPr>
        <p:grpSpPr>
          <a:xfrm>
            <a:off x="3583400" y="5940171"/>
            <a:ext cx="1204816" cy="1482184"/>
            <a:chOff x="3583400" y="5940171"/>
            <a:chExt cx="1204816" cy="1482184"/>
          </a:xfrm>
        </p:grpSpPr>
        <p:cxnSp>
          <p:nvCxnSpPr>
            <p:cNvPr id="104" name="結合線・接続線"/>
            <p:cNvCxnSpPr/>
            <p:nvPr/>
          </p:nvCxnSpPr>
          <p:spPr>
            <a:xfrm flipV="1">
              <a:off x="4181475" y="6139529"/>
              <a:ext cx="0" cy="632746"/>
            </a:xfrm>
            <a:prstGeom prst="line">
              <a:avLst/>
            </a:prstGeom>
            <a:ln w="21907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結合線・接続線"/>
            <p:cNvCxnSpPr/>
            <p:nvPr/>
          </p:nvCxnSpPr>
          <p:spPr>
            <a:xfrm flipH="1">
              <a:off x="3782758" y="6772275"/>
              <a:ext cx="398717" cy="303371"/>
            </a:xfrm>
            <a:prstGeom prst="line">
              <a:avLst/>
            </a:prstGeom>
            <a:ln w="21907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結合線・接続線"/>
            <p:cNvCxnSpPr/>
            <p:nvPr/>
          </p:nvCxnSpPr>
          <p:spPr>
            <a:xfrm>
              <a:off x="4181475" y="6772275"/>
              <a:ext cx="407384" cy="450723"/>
            </a:xfrm>
            <a:prstGeom prst="line">
              <a:avLst/>
            </a:prstGeom>
            <a:ln w="21907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原子｜F"/>
            <p:cNvSpPr/>
            <p:nvPr/>
          </p:nvSpPr>
          <p:spPr>
            <a:xfrm>
              <a:off x="3982116" y="5940171"/>
              <a:ext cx="398716" cy="398716"/>
            </a:xfrm>
            <a:prstGeom prst="ellipse">
              <a:avLst/>
            </a:prstGeom>
            <a:solidFill>
              <a:srgbClr val="AED396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" name="文字｜F"/>
            <p:cNvSpPr txBox="1"/>
            <p:nvPr/>
          </p:nvSpPr>
          <p:spPr>
            <a:xfrm>
              <a:off x="3982116" y="5940171"/>
              <a:ext cx="398716" cy="39871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695" b="0">
                  <a:solidFill>
                    <a:srgbClr val="111111"/>
                  </a:solidFill>
                  <a:latin typeface="Noto Sans CJK JP"/>
                </a:defRPr>
              </a:pPr>
              <a:r>
                <a:rPr sz="1695" b="0">
                  <a:solidFill>
                    <a:srgbClr val="111111"/>
                  </a:solidFill>
                  <a:latin typeface="Noto Sans CJK JP"/>
                  <a:ea typeface="Noto Sans CJK JP"/>
                </a:rPr>
                <a:t>F</a:t>
              </a:r>
            </a:p>
          </p:txBody>
        </p:sp>
        <p:sp>
          <p:nvSpPr>
            <p:cNvPr id="109" name="原子｜F"/>
            <p:cNvSpPr/>
            <p:nvPr/>
          </p:nvSpPr>
          <p:spPr>
            <a:xfrm>
              <a:off x="3583400" y="6876288"/>
              <a:ext cx="398716" cy="398716"/>
            </a:xfrm>
            <a:prstGeom prst="ellipse">
              <a:avLst/>
            </a:prstGeom>
            <a:solidFill>
              <a:srgbClr val="AED396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" name="文字｜F"/>
            <p:cNvSpPr txBox="1"/>
            <p:nvPr/>
          </p:nvSpPr>
          <p:spPr>
            <a:xfrm>
              <a:off x="3583400" y="6876288"/>
              <a:ext cx="398716" cy="39871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695" b="0">
                  <a:solidFill>
                    <a:srgbClr val="111111"/>
                  </a:solidFill>
                  <a:latin typeface="Noto Sans CJK JP"/>
                </a:defRPr>
              </a:pPr>
              <a:r>
                <a:rPr sz="1695" b="0">
                  <a:solidFill>
                    <a:srgbClr val="111111"/>
                  </a:solidFill>
                  <a:latin typeface="Noto Sans CJK JP"/>
                  <a:ea typeface="Noto Sans CJK JP"/>
                </a:rPr>
                <a:t>F</a:t>
              </a:r>
            </a:p>
          </p:txBody>
        </p:sp>
        <p:sp>
          <p:nvSpPr>
            <p:cNvPr id="111" name="原子｜F"/>
            <p:cNvSpPr/>
            <p:nvPr/>
          </p:nvSpPr>
          <p:spPr>
            <a:xfrm>
              <a:off x="4389500" y="7023639"/>
              <a:ext cx="398716" cy="398716"/>
            </a:xfrm>
            <a:prstGeom prst="ellipse">
              <a:avLst/>
            </a:prstGeom>
            <a:solidFill>
              <a:srgbClr val="AED396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" name="文字｜F"/>
            <p:cNvSpPr txBox="1"/>
            <p:nvPr/>
          </p:nvSpPr>
          <p:spPr>
            <a:xfrm>
              <a:off x="4389500" y="7023639"/>
              <a:ext cx="398716" cy="39871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695" b="0">
                  <a:solidFill>
                    <a:srgbClr val="111111"/>
                  </a:solidFill>
                  <a:latin typeface="Noto Sans CJK JP"/>
                </a:defRPr>
              </a:pPr>
              <a:r>
                <a:rPr sz="1695" b="0">
                  <a:solidFill>
                    <a:srgbClr val="111111"/>
                  </a:solidFill>
                  <a:latin typeface="Noto Sans CJK JP"/>
                  <a:ea typeface="Noto Sans CJK JP"/>
                </a:rPr>
                <a:t>F</a:t>
              </a:r>
            </a:p>
          </p:txBody>
        </p:sp>
        <p:sp>
          <p:nvSpPr>
            <p:cNvPr id="113" name="原子｜C"/>
            <p:cNvSpPr/>
            <p:nvPr/>
          </p:nvSpPr>
          <p:spPr>
            <a:xfrm>
              <a:off x="3947445" y="6538245"/>
              <a:ext cx="468058" cy="468058"/>
            </a:xfrm>
            <a:prstGeom prst="ellipse">
              <a:avLst/>
            </a:prstGeom>
            <a:solidFill>
              <a:srgbClr val="555958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" name="文字｜C"/>
            <p:cNvSpPr txBox="1"/>
            <p:nvPr/>
          </p:nvSpPr>
          <p:spPr>
            <a:xfrm>
              <a:off x="3947445" y="6538245"/>
              <a:ext cx="468058" cy="46805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990" b="0">
                  <a:solidFill>
                    <a:srgbClr val="FFFFFF"/>
                  </a:solidFill>
                  <a:latin typeface="Noto Sans CJK JP"/>
                </a:defRPr>
              </a:pPr>
              <a:r>
                <a:rPr sz="1990" b="0">
                  <a:solidFill>
                    <a:srgbClr val="FFFFFF"/>
                  </a:solidFill>
                  <a:latin typeface="Noto Sans CJK JP"/>
                  <a:ea typeface="Noto Sans CJK JP"/>
                </a:rPr>
                <a:t>C</a:t>
              </a:r>
            </a:p>
          </p:txBody>
        </p:sp>
      </p:grpSp>
      <p:grpSp>
        <p:nvGrpSpPr>
          <p:cNvPr id="115" name="イオン全体の括弧・電荷"/>
          <p:cNvGrpSpPr/>
          <p:nvPr/>
        </p:nvGrpSpPr>
        <p:grpSpPr>
          <a:xfrm>
            <a:off x="3486150" y="5638800"/>
            <a:ext cx="1704975" cy="1857374"/>
            <a:chOff x="3486150" y="5638800"/>
            <a:chExt cx="1704975" cy="1857374"/>
          </a:xfrm>
        </p:grpSpPr>
        <p:cxnSp>
          <p:nvCxnSpPr>
            <p:cNvPr id="116" name="結合線・接続線"/>
            <p:cNvCxnSpPr/>
            <p:nvPr/>
          </p:nvCxnSpPr>
          <p:spPr>
            <a:xfrm flipH="1">
              <a:off x="3486150" y="5829300"/>
              <a:ext cx="123825" cy="0"/>
            </a:xfrm>
            <a:prstGeom prst="line">
              <a:avLst/>
            </a:prstGeom>
            <a:ln w="22859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結合線・接続線"/>
            <p:cNvCxnSpPr/>
            <p:nvPr/>
          </p:nvCxnSpPr>
          <p:spPr>
            <a:xfrm>
              <a:off x="3486150" y="5829300"/>
              <a:ext cx="0" cy="1666874"/>
            </a:xfrm>
            <a:prstGeom prst="line">
              <a:avLst/>
            </a:prstGeom>
            <a:ln w="22859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結合線・接続線"/>
            <p:cNvCxnSpPr/>
            <p:nvPr/>
          </p:nvCxnSpPr>
          <p:spPr>
            <a:xfrm>
              <a:off x="3486150" y="7496174"/>
              <a:ext cx="123825" cy="0"/>
            </a:xfrm>
            <a:prstGeom prst="line">
              <a:avLst/>
            </a:prstGeom>
            <a:ln w="22859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結合線・接続線"/>
            <p:cNvCxnSpPr/>
            <p:nvPr/>
          </p:nvCxnSpPr>
          <p:spPr>
            <a:xfrm>
              <a:off x="4752975" y="5829300"/>
              <a:ext cx="123825" cy="0"/>
            </a:xfrm>
            <a:prstGeom prst="line">
              <a:avLst/>
            </a:prstGeom>
            <a:ln w="22859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結合線・接続線"/>
            <p:cNvCxnSpPr/>
            <p:nvPr/>
          </p:nvCxnSpPr>
          <p:spPr>
            <a:xfrm>
              <a:off x="4876800" y="5829300"/>
              <a:ext cx="0" cy="1666874"/>
            </a:xfrm>
            <a:prstGeom prst="line">
              <a:avLst/>
            </a:prstGeom>
            <a:ln w="22859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結合線・接続線"/>
            <p:cNvCxnSpPr/>
            <p:nvPr/>
          </p:nvCxnSpPr>
          <p:spPr>
            <a:xfrm flipH="1">
              <a:off x="4752975" y="7496174"/>
              <a:ext cx="123825" cy="0"/>
            </a:xfrm>
            <a:prstGeom prst="line">
              <a:avLst/>
            </a:prstGeom>
            <a:ln w="22859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2" name="文字｜+"/>
            <p:cNvSpPr txBox="1"/>
            <p:nvPr/>
          </p:nvSpPr>
          <p:spPr>
            <a:xfrm>
              <a:off x="4924425" y="5638800"/>
              <a:ext cx="266700" cy="36195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2250" b="0">
                  <a:solidFill>
                    <a:srgbClr val="111111"/>
                  </a:solidFill>
                  <a:latin typeface="Noto Sans CJK JP"/>
                </a:defRPr>
              </a:pPr>
              <a:r>
                <a:rPr sz="2250" b="0">
                  <a:solidFill>
                    <a:srgbClr val="111111"/>
                  </a:solidFill>
                  <a:latin typeface="Noto Sans CJK JP"/>
                  <a:ea typeface="Noto Sans CJK JP"/>
                </a:rPr>
                <a:t>+</a:t>
              </a:r>
            </a:p>
          </p:txBody>
        </p:sp>
      </p:grpSp>
      <p:sp>
        <p:nvSpPr>
          <p:cNvPr id="123" name="文字｜CF₃⁺"/>
          <p:cNvSpPr txBox="1"/>
          <p:nvPr/>
        </p:nvSpPr>
        <p:spPr>
          <a:xfrm>
            <a:off x="3619500" y="7648575"/>
            <a:ext cx="1181100" cy="4381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11111"/>
                </a:solidFill>
                <a:latin typeface="Noto Sans CJK JP"/>
              </a:defRPr>
            </a:pPr>
            <a:r>
              <a:rPr sz="2400" b="0">
                <a:solidFill>
                  <a:srgbClr val="111111"/>
                </a:solidFill>
                <a:latin typeface="Noto Sans CJK JP"/>
                <a:ea typeface="Noto Sans CJK JP"/>
              </a:rPr>
              <a:t>CF₃⁺</a:t>
            </a:r>
          </a:p>
        </p:txBody>
      </p:sp>
      <p:sp>
        <p:nvSpPr>
          <p:cNvPr id="124" name="文字｜+"/>
          <p:cNvSpPr txBox="1"/>
          <p:nvPr/>
        </p:nvSpPr>
        <p:spPr>
          <a:xfrm>
            <a:off x="4962525" y="6534150"/>
            <a:ext cx="342900" cy="476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11111"/>
                </a:solidFill>
                <a:latin typeface="Noto Sans CJK JP"/>
              </a:defRPr>
            </a:pPr>
            <a:r>
              <a:rPr sz="2400" b="0">
                <a:solidFill>
                  <a:srgbClr val="111111"/>
                </a:solidFill>
                <a:latin typeface="Noto Sans CJK JP"/>
                <a:ea typeface="Noto Sans CJK JP"/>
              </a:rPr>
              <a:t>+</a:t>
            </a:r>
          </a:p>
        </p:txBody>
      </p:sp>
      <p:grpSp>
        <p:nvGrpSpPr>
          <p:cNvPr id="125" name="分子・化学種｜F"/>
          <p:cNvGrpSpPr/>
          <p:nvPr/>
        </p:nvGrpSpPr>
        <p:grpSpPr>
          <a:xfrm>
            <a:off x="5393055" y="6545580"/>
            <a:ext cx="453390" cy="453390"/>
            <a:chOff x="5393055" y="6545580"/>
            <a:chExt cx="453390" cy="453390"/>
          </a:xfrm>
        </p:grpSpPr>
        <p:sp>
          <p:nvSpPr>
            <p:cNvPr id="126" name="原子｜F"/>
            <p:cNvSpPr/>
            <p:nvPr/>
          </p:nvSpPr>
          <p:spPr>
            <a:xfrm>
              <a:off x="5393055" y="6545580"/>
              <a:ext cx="453390" cy="453390"/>
            </a:xfrm>
            <a:prstGeom prst="ellipse">
              <a:avLst/>
            </a:prstGeom>
            <a:solidFill>
              <a:srgbClr val="AED396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7" name="文字｜F"/>
            <p:cNvSpPr txBox="1"/>
            <p:nvPr/>
          </p:nvSpPr>
          <p:spPr>
            <a:xfrm>
              <a:off x="5393055" y="6545580"/>
              <a:ext cx="453390" cy="45339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927" b="0">
                  <a:solidFill>
                    <a:srgbClr val="111111"/>
                  </a:solidFill>
                  <a:latin typeface="Noto Sans CJK JP"/>
                </a:defRPr>
              </a:pPr>
              <a:r>
                <a:rPr sz="1927" b="0">
                  <a:solidFill>
                    <a:srgbClr val="111111"/>
                  </a:solidFill>
                  <a:latin typeface="Noto Sans CJK JP"/>
                  <a:ea typeface="Noto Sans CJK JP"/>
                </a:rPr>
                <a:t>F</a:t>
              </a:r>
            </a:p>
          </p:txBody>
        </p:sp>
      </p:grpSp>
      <p:grpSp>
        <p:nvGrpSpPr>
          <p:cNvPr id="128" name="電子 e⁻"/>
          <p:cNvGrpSpPr/>
          <p:nvPr/>
        </p:nvGrpSpPr>
        <p:grpSpPr>
          <a:xfrm>
            <a:off x="6153150" y="6315075"/>
            <a:ext cx="419100" cy="533400"/>
            <a:chOff x="6153150" y="6315075"/>
            <a:chExt cx="419100" cy="533400"/>
          </a:xfrm>
        </p:grpSpPr>
        <p:sp>
          <p:nvSpPr>
            <p:cNvPr id="129" name="電子の点"/>
            <p:cNvSpPr/>
            <p:nvPr/>
          </p:nvSpPr>
          <p:spPr>
            <a:xfrm>
              <a:off x="6238875" y="6696075"/>
              <a:ext cx="152400" cy="152400"/>
            </a:xfrm>
            <a:prstGeom prst="ellipse">
              <a:avLst/>
            </a:prstGeom>
            <a:solidFill>
              <a:srgbClr val="0969BD"/>
            </a:solidFill>
            <a:ln w="10477">
              <a:solidFill>
                <a:srgbClr val="08345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0" name="文字｜e⁻"/>
            <p:cNvSpPr txBox="1"/>
            <p:nvPr/>
          </p:nvSpPr>
          <p:spPr>
            <a:xfrm>
              <a:off x="6153150" y="6315075"/>
              <a:ext cx="419100" cy="3429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882" b="0">
                  <a:solidFill>
                    <a:srgbClr val="111111"/>
                  </a:solidFill>
                  <a:latin typeface="Noto Sans CJK JP"/>
                </a:defRPr>
              </a:pPr>
              <a:r>
                <a:rPr sz="1882" b="0">
                  <a:solidFill>
                    <a:srgbClr val="111111"/>
                  </a:solidFill>
                  <a:latin typeface="Noto Sans CJK JP"/>
                  <a:ea typeface="Noto Sans CJK JP"/>
                </a:rPr>
                <a:t>e⁻</a:t>
              </a:r>
            </a:p>
          </p:txBody>
        </p:sp>
      </p:grpSp>
      <p:cxnSp>
        <p:nvCxnSpPr>
          <p:cNvPr id="131" name="結合線・接続線"/>
          <p:cNvCxnSpPr/>
          <p:nvPr/>
        </p:nvCxnSpPr>
        <p:spPr>
          <a:xfrm>
            <a:off x="6477000" y="6772275"/>
            <a:ext cx="228600" cy="0"/>
          </a:xfrm>
          <a:prstGeom prst="line">
            <a:avLst/>
          </a:prstGeom>
          <a:ln w="20955">
            <a:solidFill>
              <a:srgbClr val="11111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2" name="電子 e⁻"/>
          <p:cNvGrpSpPr/>
          <p:nvPr/>
        </p:nvGrpSpPr>
        <p:grpSpPr>
          <a:xfrm>
            <a:off x="6753225" y="6334125"/>
            <a:ext cx="419100" cy="533400"/>
            <a:chOff x="6753225" y="6334125"/>
            <a:chExt cx="419100" cy="533400"/>
          </a:xfrm>
        </p:grpSpPr>
        <p:sp>
          <p:nvSpPr>
            <p:cNvPr id="133" name="電子の点"/>
            <p:cNvSpPr/>
            <p:nvPr/>
          </p:nvSpPr>
          <p:spPr>
            <a:xfrm>
              <a:off x="6838950" y="6715125"/>
              <a:ext cx="152400" cy="152400"/>
            </a:xfrm>
            <a:prstGeom prst="ellipse">
              <a:avLst/>
            </a:prstGeom>
            <a:solidFill>
              <a:srgbClr val="0969BD"/>
            </a:solidFill>
            <a:ln w="10477">
              <a:solidFill>
                <a:srgbClr val="08345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4" name="文字｜e⁻"/>
            <p:cNvSpPr txBox="1"/>
            <p:nvPr/>
          </p:nvSpPr>
          <p:spPr>
            <a:xfrm>
              <a:off x="6753225" y="6334125"/>
              <a:ext cx="419100" cy="3429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882" b="0">
                  <a:solidFill>
                    <a:srgbClr val="111111"/>
                  </a:solidFill>
                  <a:latin typeface="Noto Sans CJK JP"/>
                </a:defRPr>
              </a:pPr>
              <a:r>
                <a:rPr sz="1882" b="0">
                  <a:solidFill>
                    <a:srgbClr val="111111"/>
                  </a:solidFill>
                  <a:latin typeface="Noto Sans CJK JP"/>
                  <a:ea typeface="Noto Sans CJK JP"/>
                </a:rPr>
                <a:t>e⁻</a:t>
              </a:r>
            </a:p>
          </p:txBody>
        </p:sp>
      </p:grpSp>
      <p:cxnSp>
        <p:nvCxnSpPr>
          <p:cNvPr id="135" name="結合線・接続線"/>
          <p:cNvCxnSpPr/>
          <p:nvPr/>
        </p:nvCxnSpPr>
        <p:spPr>
          <a:xfrm>
            <a:off x="7067550" y="6791325"/>
            <a:ext cx="228600" cy="0"/>
          </a:xfrm>
          <a:prstGeom prst="line">
            <a:avLst/>
          </a:prstGeom>
          <a:ln w="20955">
            <a:solidFill>
              <a:srgbClr val="11111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文字｜e⁻ + CF₄ → 2e⁻ + CF₃⁺ + F"/>
          <p:cNvSpPr txBox="1"/>
          <p:nvPr/>
        </p:nvSpPr>
        <p:spPr>
          <a:xfrm>
            <a:off x="390525" y="8429625"/>
            <a:ext cx="6734175" cy="628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11111"/>
                </a:solidFill>
                <a:latin typeface="Noto Sans CJK JP"/>
              </a:defRPr>
            </a:pPr>
            <a:r>
              <a:rPr sz="2400" b="0">
                <a:solidFill>
                  <a:srgbClr val="111111"/>
                </a:solidFill>
                <a:latin typeface="Noto Sans CJK JP"/>
                <a:ea typeface="Noto Sans CJK JP"/>
              </a:rPr>
              <a:t>e⁻ + CF₄ → 2e⁻ + CF₃⁺ + F</a:t>
            </a:r>
          </a:p>
        </p:txBody>
      </p:sp>
      <p:grpSp>
        <p:nvGrpSpPr>
          <p:cNvPr id="137" name="電子 e⁻"/>
          <p:cNvGrpSpPr/>
          <p:nvPr/>
        </p:nvGrpSpPr>
        <p:grpSpPr>
          <a:xfrm>
            <a:off x="7677150" y="6362700"/>
            <a:ext cx="419100" cy="533400"/>
            <a:chOff x="7677150" y="6362700"/>
            <a:chExt cx="419100" cy="533400"/>
          </a:xfrm>
        </p:grpSpPr>
        <p:sp>
          <p:nvSpPr>
            <p:cNvPr id="138" name="電子の点"/>
            <p:cNvSpPr/>
            <p:nvPr/>
          </p:nvSpPr>
          <p:spPr>
            <a:xfrm>
              <a:off x="7762875" y="6743700"/>
              <a:ext cx="152400" cy="152400"/>
            </a:xfrm>
            <a:prstGeom prst="ellipse">
              <a:avLst/>
            </a:prstGeom>
            <a:solidFill>
              <a:srgbClr val="0969BD"/>
            </a:solidFill>
            <a:ln w="10477">
              <a:solidFill>
                <a:srgbClr val="08345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9" name="文字｜e⁻"/>
            <p:cNvSpPr txBox="1"/>
            <p:nvPr/>
          </p:nvSpPr>
          <p:spPr>
            <a:xfrm>
              <a:off x="7677150" y="6362700"/>
              <a:ext cx="419100" cy="3429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882" b="0">
                  <a:solidFill>
                    <a:srgbClr val="111111"/>
                  </a:solidFill>
                  <a:latin typeface="Noto Sans CJK JP"/>
                </a:defRPr>
              </a:pPr>
              <a:r>
                <a:rPr sz="1882" b="0">
                  <a:solidFill>
                    <a:srgbClr val="111111"/>
                  </a:solidFill>
                  <a:latin typeface="Noto Sans CJK JP"/>
                  <a:ea typeface="Noto Sans CJK JP"/>
                </a:rPr>
                <a:t>e⁻</a:t>
              </a:r>
            </a:p>
          </p:txBody>
        </p:sp>
      </p:grpSp>
      <p:cxnSp>
        <p:nvCxnSpPr>
          <p:cNvPr id="140" name="結合線・接続線"/>
          <p:cNvCxnSpPr/>
          <p:nvPr/>
        </p:nvCxnSpPr>
        <p:spPr>
          <a:xfrm>
            <a:off x="8010524" y="6819900"/>
            <a:ext cx="390526" cy="0"/>
          </a:xfrm>
          <a:prstGeom prst="line">
            <a:avLst/>
          </a:prstGeom>
          <a:ln w="20955">
            <a:solidFill>
              <a:srgbClr val="11111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1" name="分子・化学種｜CF4"/>
          <p:cNvGrpSpPr/>
          <p:nvPr/>
        </p:nvGrpSpPr>
        <p:grpSpPr>
          <a:xfrm>
            <a:off x="8578691" y="5888164"/>
            <a:ext cx="1551527" cy="1690211"/>
            <a:chOff x="8578691" y="5888164"/>
            <a:chExt cx="1551527" cy="1690211"/>
          </a:xfrm>
        </p:grpSpPr>
        <p:cxnSp>
          <p:nvCxnSpPr>
            <p:cNvPr id="142" name="結合線・接続線"/>
            <p:cNvCxnSpPr/>
            <p:nvPr/>
          </p:nvCxnSpPr>
          <p:spPr>
            <a:xfrm flipV="1">
              <a:off x="9315450" y="6087522"/>
              <a:ext cx="0" cy="684753"/>
            </a:xfrm>
            <a:prstGeom prst="line">
              <a:avLst/>
            </a:prstGeom>
            <a:ln w="21907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結合線・接続線"/>
            <p:cNvCxnSpPr/>
            <p:nvPr/>
          </p:nvCxnSpPr>
          <p:spPr>
            <a:xfrm flipH="1">
              <a:off x="8778049" y="6772275"/>
              <a:ext cx="537401" cy="8667"/>
            </a:xfrm>
            <a:prstGeom prst="line">
              <a:avLst/>
            </a:prstGeom>
            <a:ln w="21907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結合線・接続線"/>
            <p:cNvCxnSpPr/>
            <p:nvPr/>
          </p:nvCxnSpPr>
          <p:spPr>
            <a:xfrm>
              <a:off x="9315450" y="6772275"/>
              <a:ext cx="615410" cy="121348"/>
            </a:xfrm>
            <a:prstGeom prst="line">
              <a:avLst/>
            </a:prstGeom>
            <a:ln w="21907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結合線・接続線"/>
            <p:cNvCxnSpPr/>
            <p:nvPr/>
          </p:nvCxnSpPr>
          <p:spPr>
            <a:xfrm>
              <a:off x="9315450" y="6772275"/>
              <a:ext cx="0" cy="606742"/>
            </a:xfrm>
            <a:prstGeom prst="line">
              <a:avLst/>
            </a:prstGeom>
            <a:ln w="21907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6" name="原子｜F"/>
            <p:cNvSpPr/>
            <p:nvPr/>
          </p:nvSpPr>
          <p:spPr>
            <a:xfrm>
              <a:off x="9116091" y="5888164"/>
              <a:ext cx="398716" cy="398716"/>
            </a:xfrm>
            <a:prstGeom prst="ellipse">
              <a:avLst/>
            </a:prstGeom>
            <a:solidFill>
              <a:srgbClr val="AED396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7" name="文字｜F"/>
            <p:cNvSpPr txBox="1"/>
            <p:nvPr/>
          </p:nvSpPr>
          <p:spPr>
            <a:xfrm>
              <a:off x="9116091" y="5888164"/>
              <a:ext cx="398716" cy="39871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695" b="0">
                  <a:solidFill>
                    <a:srgbClr val="111111"/>
                  </a:solidFill>
                  <a:latin typeface="Noto Sans CJK JP"/>
                </a:defRPr>
              </a:pPr>
              <a:r>
                <a:rPr sz="1695" b="0">
                  <a:solidFill>
                    <a:srgbClr val="111111"/>
                  </a:solidFill>
                  <a:latin typeface="Noto Sans CJK JP"/>
                  <a:ea typeface="Noto Sans CJK JP"/>
                </a:rPr>
                <a:t>F</a:t>
              </a:r>
            </a:p>
          </p:txBody>
        </p:sp>
        <p:sp>
          <p:nvSpPr>
            <p:cNvPr id="148" name="原子｜F"/>
            <p:cNvSpPr/>
            <p:nvPr/>
          </p:nvSpPr>
          <p:spPr>
            <a:xfrm>
              <a:off x="8578691" y="6581584"/>
              <a:ext cx="398716" cy="398716"/>
            </a:xfrm>
            <a:prstGeom prst="ellipse">
              <a:avLst/>
            </a:prstGeom>
            <a:solidFill>
              <a:srgbClr val="AED396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9" name="文字｜F"/>
            <p:cNvSpPr txBox="1"/>
            <p:nvPr/>
          </p:nvSpPr>
          <p:spPr>
            <a:xfrm>
              <a:off x="8578691" y="6581584"/>
              <a:ext cx="398716" cy="39871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695" b="0">
                  <a:solidFill>
                    <a:srgbClr val="111111"/>
                  </a:solidFill>
                  <a:latin typeface="Noto Sans CJK JP"/>
                </a:defRPr>
              </a:pPr>
              <a:r>
                <a:rPr sz="1695" b="0">
                  <a:solidFill>
                    <a:srgbClr val="111111"/>
                  </a:solidFill>
                  <a:latin typeface="Noto Sans CJK JP"/>
                  <a:ea typeface="Noto Sans CJK JP"/>
                </a:rPr>
                <a:t>F</a:t>
              </a:r>
            </a:p>
          </p:txBody>
        </p:sp>
        <p:sp>
          <p:nvSpPr>
            <p:cNvPr id="150" name="原子｜F"/>
            <p:cNvSpPr/>
            <p:nvPr/>
          </p:nvSpPr>
          <p:spPr>
            <a:xfrm>
              <a:off x="9731502" y="6694265"/>
              <a:ext cx="398716" cy="398716"/>
            </a:xfrm>
            <a:prstGeom prst="ellipse">
              <a:avLst/>
            </a:prstGeom>
            <a:solidFill>
              <a:srgbClr val="AED396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1" name="文字｜F"/>
            <p:cNvSpPr txBox="1"/>
            <p:nvPr/>
          </p:nvSpPr>
          <p:spPr>
            <a:xfrm>
              <a:off x="9731502" y="6694265"/>
              <a:ext cx="398716" cy="39871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695" b="0">
                  <a:solidFill>
                    <a:srgbClr val="111111"/>
                  </a:solidFill>
                  <a:latin typeface="Noto Sans CJK JP"/>
                </a:defRPr>
              </a:pPr>
              <a:r>
                <a:rPr sz="1695" b="0">
                  <a:solidFill>
                    <a:srgbClr val="111111"/>
                  </a:solidFill>
                  <a:latin typeface="Noto Sans CJK JP"/>
                  <a:ea typeface="Noto Sans CJK JP"/>
                </a:rPr>
                <a:t>F</a:t>
              </a:r>
            </a:p>
          </p:txBody>
        </p:sp>
        <p:sp>
          <p:nvSpPr>
            <p:cNvPr id="152" name="原子｜F"/>
            <p:cNvSpPr/>
            <p:nvPr/>
          </p:nvSpPr>
          <p:spPr>
            <a:xfrm>
              <a:off x="9116091" y="7179659"/>
              <a:ext cx="398716" cy="398716"/>
            </a:xfrm>
            <a:prstGeom prst="ellipse">
              <a:avLst/>
            </a:prstGeom>
            <a:solidFill>
              <a:srgbClr val="AED396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3" name="文字｜F"/>
            <p:cNvSpPr txBox="1"/>
            <p:nvPr/>
          </p:nvSpPr>
          <p:spPr>
            <a:xfrm>
              <a:off x="9116091" y="7179659"/>
              <a:ext cx="398716" cy="39871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695" b="0">
                  <a:solidFill>
                    <a:srgbClr val="111111"/>
                  </a:solidFill>
                  <a:latin typeface="Noto Sans CJK JP"/>
                </a:defRPr>
              </a:pPr>
              <a:r>
                <a:rPr sz="1695" b="0">
                  <a:solidFill>
                    <a:srgbClr val="111111"/>
                  </a:solidFill>
                  <a:latin typeface="Noto Sans CJK JP"/>
                  <a:ea typeface="Noto Sans CJK JP"/>
                </a:rPr>
                <a:t>F</a:t>
              </a:r>
            </a:p>
          </p:txBody>
        </p:sp>
        <p:sp>
          <p:nvSpPr>
            <p:cNvPr id="154" name="原子｜C"/>
            <p:cNvSpPr/>
            <p:nvPr/>
          </p:nvSpPr>
          <p:spPr>
            <a:xfrm>
              <a:off x="9081420" y="6538245"/>
              <a:ext cx="468058" cy="468058"/>
            </a:xfrm>
            <a:prstGeom prst="ellipse">
              <a:avLst/>
            </a:prstGeom>
            <a:solidFill>
              <a:srgbClr val="555958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5" name="文字｜C"/>
            <p:cNvSpPr txBox="1"/>
            <p:nvPr/>
          </p:nvSpPr>
          <p:spPr>
            <a:xfrm>
              <a:off x="9081420" y="6538245"/>
              <a:ext cx="468058" cy="46805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990" b="0">
                  <a:solidFill>
                    <a:srgbClr val="FFFFFF"/>
                  </a:solidFill>
                  <a:latin typeface="Noto Sans CJK JP"/>
                </a:defRPr>
              </a:pPr>
              <a:r>
                <a:rPr sz="1990" b="0">
                  <a:solidFill>
                    <a:srgbClr val="FFFFFF"/>
                  </a:solidFill>
                  <a:latin typeface="Noto Sans CJK JP"/>
                  <a:ea typeface="Noto Sans CJK JP"/>
                </a:rPr>
                <a:t>C</a:t>
              </a:r>
            </a:p>
          </p:txBody>
        </p:sp>
      </p:grpSp>
      <p:sp>
        <p:nvSpPr>
          <p:cNvPr id="156" name="文字｜CF₄"/>
          <p:cNvSpPr txBox="1"/>
          <p:nvPr/>
        </p:nvSpPr>
        <p:spPr>
          <a:xfrm>
            <a:off x="8801100" y="7648575"/>
            <a:ext cx="1028700" cy="4381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11111"/>
                </a:solidFill>
                <a:latin typeface="Noto Sans CJK JP"/>
              </a:defRPr>
            </a:pPr>
            <a:r>
              <a:rPr sz="2400" b="0">
                <a:solidFill>
                  <a:srgbClr val="111111"/>
                </a:solidFill>
                <a:latin typeface="Noto Sans CJK JP"/>
                <a:ea typeface="Noto Sans CJK JP"/>
              </a:rPr>
              <a:t>CF₄</a:t>
            </a:r>
          </a:p>
        </p:txBody>
      </p:sp>
      <p:cxnSp>
        <p:nvCxnSpPr>
          <p:cNvPr id="157" name="結合線・接続線"/>
          <p:cNvCxnSpPr/>
          <p:nvPr/>
        </p:nvCxnSpPr>
        <p:spPr>
          <a:xfrm>
            <a:off x="10534650" y="6819900"/>
            <a:ext cx="581025" cy="0"/>
          </a:xfrm>
          <a:prstGeom prst="line">
            <a:avLst/>
          </a:prstGeom>
          <a:ln w="20955">
            <a:solidFill>
              <a:srgbClr val="11111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8" name="分子・化学種｜CF3"/>
          <p:cNvGrpSpPr/>
          <p:nvPr/>
        </p:nvGrpSpPr>
        <p:grpSpPr>
          <a:xfrm>
            <a:off x="11432667" y="5875782"/>
            <a:ext cx="1389887" cy="1536191"/>
            <a:chOff x="11432667" y="5875782"/>
            <a:chExt cx="1389887" cy="1536191"/>
          </a:xfrm>
        </p:grpSpPr>
        <p:cxnSp>
          <p:nvCxnSpPr>
            <p:cNvPr id="159" name="結合線・接続線"/>
            <p:cNvCxnSpPr/>
            <p:nvPr/>
          </p:nvCxnSpPr>
          <p:spPr>
            <a:xfrm flipV="1">
              <a:off x="12182475" y="6086094"/>
              <a:ext cx="0" cy="676656"/>
            </a:xfrm>
            <a:prstGeom prst="line">
              <a:avLst/>
            </a:prstGeom>
            <a:ln w="21907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結合線・接続線"/>
            <p:cNvCxnSpPr/>
            <p:nvPr/>
          </p:nvCxnSpPr>
          <p:spPr>
            <a:xfrm flipH="1">
              <a:off x="11642979" y="6762750"/>
              <a:ext cx="539496" cy="320040"/>
            </a:xfrm>
            <a:prstGeom prst="line">
              <a:avLst/>
            </a:prstGeom>
            <a:ln w="21907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結合線・接続線"/>
            <p:cNvCxnSpPr/>
            <p:nvPr/>
          </p:nvCxnSpPr>
          <p:spPr>
            <a:xfrm>
              <a:off x="12182475" y="6762750"/>
              <a:ext cx="429767" cy="438912"/>
            </a:xfrm>
            <a:prstGeom prst="line">
              <a:avLst/>
            </a:prstGeom>
            <a:ln w="21907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2" name="原子｜F"/>
            <p:cNvSpPr/>
            <p:nvPr/>
          </p:nvSpPr>
          <p:spPr>
            <a:xfrm>
              <a:off x="11972163" y="5875782"/>
              <a:ext cx="420623" cy="420623"/>
            </a:xfrm>
            <a:prstGeom prst="ellipse">
              <a:avLst/>
            </a:prstGeom>
            <a:solidFill>
              <a:srgbClr val="AED396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3" name="文字｜F"/>
            <p:cNvSpPr txBox="1"/>
            <p:nvPr/>
          </p:nvSpPr>
          <p:spPr>
            <a:xfrm>
              <a:off x="11972163" y="5875782"/>
              <a:ext cx="420623" cy="42062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788" b="0">
                  <a:solidFill>
                    <a:srgbClr val="111111"/>
                  </a:solidFill>
                  <a:latin typeface="Noto Sans CJK JP"/>
                </a:defRPr>
              </a:pPr>
              <a:r>
                <a:rPr sz="1788" b="0">
                  <a:solidFill>
                    <a:srgbClr val="111111"/>
                  </a:solidFill>
                  <a:latin typeface="Noto Sans CJK JP"/>
                  <a:ea typeface="Noto Sans CJK JP"/>
                </a:rPr>
                <a:t>F</a:t>
              </a:r>
            </a:p>
          </p:txBody>
        </p:sp>
        <p:sp>
          <p:nvSpPr>
            <p:cNvPr id="164" name="原子｜F"/>
            <p:cNvSpPr/>
            <p:nvPr/>
          </p:nvSpPr>
          <p:spPr>
            <a:xfrm>
              <a:off x="11432667" y="6872478"/>
              <a:ext cx="420623" cy="420623"/>
            </a:xfrm>
            <a:prstGeom prst="ellipse">
              <a:avLst/>
            </a:prstGeom>
            <a:solidFill>
              <a:srgbClr val="AED396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5" name="文字｜F"/>
            <p:cNvSpPr txBox="1"/>
            <p:nvPr/>
          </p:nvSpPr>
          <p:spPr>
            <a:xfrm>
              <a:off x="11432667" y="6872478"/>
              <a:ext cx="420623" cy="42062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788" b="0">
                  <a:solidFill>
                    <a:srgbClr val="111111"/>
                  </a:solidFill>
                  <a:latin typeface="Noto Sans CJK JP"/>
                </a:defRPr>
              </a:pPr>
              <a:r>
                <a:rPr sz="1788" b="0">
                  <a:solidFill>
                    <a:srgbClr val="111111"/>
                  </a:solidFill>
                  <a:latin typeface="Noto Sans CJK JP"/>
                  <a:ea typeface="Noto Sans CJK JP"/>
                </a:rPr>
                <a:t>F</a:t>
              </a:r>
            </a:p>
          </p:txBody>
        </p:sp>
        <p:sp>
          <p:nvSpPr>
            <p:cNvPr id="166" name="原子｜F"/>
            <p:cNvSpPr/>
            <p:nvPr/>
          </p:nvSpPr>
          <p:spPr>
            <a:xfrm>
              <a:off x="12401931" y="6991350"/>
              <a:ext cx="420623" cy="420623"/>
            </a:xfrm>
            <a:prstGeom prst="ellipse">
              <a:avLst/>
            </a:prstGeom>
            <a:solidFill>
              <a:srgbClr val="AED396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7" name="文字｜F"/>
            <p:cNvSpPr txBox="1"/>
            <p:nvPr/>
          </p:nvSpPr>
          <p:spPr>
            <a:xfrm>
              <a:off x="12401931" y="6991350"/>
              <a:ext cx="420623" cy="42062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788" b="0">
                  <a:solidFill>
                    <a:srgbClr val="111111"/>
                  </a:solidFill>
                  <a:latin typeface="Noto Sans CJK JP"/>
                </a:defRPr>
              </a:pPr>
              <a:r>
                <a:rPr sz="1788" b="0">
                  <a:solidFill>
                    <a:srgbClr val="111111"/>
                  </a:solidFill>
                  <a:latin typeface="Noto Sans CJK JP"/>
                  <a:ea typeface="Noto Sans CJK JP"/>
                </a:rPr>
                <a:t>F</a:t>
              </a:r>
            </a:p>
          </p:txBody>
        </p:sp>
        <p:sp>
          <p:nvSpPr>
            <p:cNvPr id="168" name="原子｜C"/>
            <p:cNvSpPr/>
            <p:nvPr/>
          </p:nvSpPr>
          <p:spPr>
            <a:xfrm>
              <a:off x="11935587" y="6515862"/>
              <a:ext cx="493775" cy="493775"/>
            </a:xfrm>
            <a:prstGeom prst="ellipse">
              <a:avLst/>
            </a:prstGeom>
            <a:solidFill>
              <a:srgbClr val="555958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9" name="文字｜C"/>
            <p:cNvSpPr txBox="1"/>
            <p:nvPr/>
          </p:nvSpPr>
          <p:spPr>
            <a:xfrm>
              <a:off x="11935587" y="6515862"/>
              <a:ext cx="493775" cy="49377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2099" b="0">
                  <a:solidFill>
                    <a:srgbClr val="FFFFFF"/>
                  </a:solidFill>
                  <a:latin typeface="Noto Sans CJK JP"/>
                </a:defRPr>
              </a:pPr>
              <a:r>
                <a:rPr sz="2099" b="0">
                  <a:solidFill>
                    <a:srgbClr val="FFFFFF"/>
                  </a:solidFill>
                  <a:latin typeface="Noto Sans CJK JP"/>
                  <a:ea typeface="Noto Sans CJK JP"/>
                </a:rPr>
                <a:t>C</a:t>
              </a:r>
            </a:p>
          </p:txBody>
        </p:sp>
      </p:grpSp>
      <p:sp>
        <p:nvSpPr>
          <p:cNvPr id="170" name="文字｜CF₃"/>
          <p:cNvSpPr txBox="1"/>
          <p:nvPr/>
        </p:nvSpPr>
        <p:spPr>
          <a:xfrm>
            <a:off x="11668125" y="7648575"/>
            <a:ext cx="1028700" cy="4381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11111"/>
                </a:solidFill>
                <a:latin typeface="Noto Sans CJK JP"/>
              </a:defRPr>
            </a:pPr>
            <a:r>
              <a:rPr sz="2400" b="0">
                <a:solidFill>
                  <a:srgbClr val="111111"/>
                </a:solidFill>
                <a:latin typeface="Noto Sans CJK JP"/>
                <a:ea typeface="Noto Sans CJK JP"/>
              </a:rPr>
              <a:t>CF₃</a:t>
            </a:r>
          </a:p>
        </p:txBody>
      </p:sp>
      <p:sp>
        <p:nvSpPr>
          <p:cNvPr id="171" name="文字｜+"/>
          <p:cNvSpPr txBox="1"/>
          <p:nvPr/>
        </p:nvSpPr>
        <p:spPr>
          <a:xfrm>
            <a:off x="12944475" y="6534150"/>
            <a:ext cx="342900" cy="476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11111"/>
                </a:solidFill>
                <a:latin typeface="Noto Sans CJK JP"/>
              </a:defRPr>
            </a:pPr>
            <a:r>
              <a:rPr sz="2400" b="0">
                <a:solidFill>
                  <a:srgbClr val="111111"/>
                </a:solidFill>
                <a:latin typeface="Noto Sans CJK JP"/>
                <a:ea typeface="Noto Sans CJK JP"/>
              </a:rPr>
              <a:t>+</a:t>
            </a:r>
          </a:p>
        </p:txBody>
      </p:sp>
      <p:grpSp>
        <p:nvGrpSpPr>
          <p:cNvPr id="172" name="分子・化学種｜F−"/>
          <p:cNvGrpSpPr/>
          <p:nvPr/>
        </p:nvGrpSpPr>
        <p:grpSpPr>
          <a:xfrm>
            <a:off x="13507593" y="6354318"/>
            <a:ext cx="755416" cy="673988"/>
            <a:chOff x="13507593" y="6354318"/>
            <a:chExt cx="755416" cy="673988"/>
          </a:xfrm>
        </p:grpSpPr>
        <p:sp>
          <p:nvSpPr>
            <p:cNvPr id="173" name="原子｜F"/>
            <p:cNvSpPr/>
            <p:nvPr/>
          </p:nvSpPr>
          <p:spPr>
            <a:xfrm>
              <a:off x="13507593" y="6516243"/>
              <a:ext cx="512063" cy="512063"/>
            </a:xfrm>
            <a:prstGeom prst="ellipse">
              <a:avLst/>
            </a:prstGeom>
            <a:solidFill>
              <a:srgbClr val="AED396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" name="文字｜F"/>
            <p:cNvSpPr txBox="1"/>
            <p:nvPr/>
          </p:nvSpPr>
          <p:spPr>
            <a:xfrm>
              <a:off x="13507593" y="6516243"/>
              <a:ext cx="512063" cy="51206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2177" b="0">
                  <a:solidFill>
                    <a:srgbClr val="111111"/>
                  </a:solidFill>
                  <a:latin typeface="Noto Sans CJK JP"/>
                </a:defRPr>
              </a:pPr>
              <a:r>
                <a:rPr sz="2177" b="0">
                  <a:solidFill>
                    <a:srgbClr val="111111"/>
                  </a:solidFill>
                  <a:latin typeface="Noto Sans CJK JP"/>
                  <a:ea typeface="Noto Sans CJK JP"/>
                </a:rPr>
                <a:t>F</a:t>
              </a:r>
            </a:p>
          </p:txBody>
        </p:sp>
        <p:sp>
          <p:nvSpPr>
            <p:cNvPr id="175" name="文字｜−"/>
            <p:cNvSpPr txBox="1"/>
            <p:nvPr/>
          </p:nvSpPr>
          <p:spPr>
            <a:xfrm>
              <a:off x="13958209" y="6354318"/>
              <a:ext cx="304800" cy="32385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2325" b="0">
                  <a:solidFill>
                    <a:srgbClr val="111111"/>
                  </a:solidFill>
                  <a:latin typeface="Noto Sans CJK JP"/>
                </a:defRPr>
              </a:pPr>
              <a:r>
                <a:rPr sz="2325" b="0">
                  <a:solidFill>
                    <a:srgbClr val="111111"/>
                  </a:solidFill>
                  <a:latin typeface="Noto Sans CJK JP"/>
                  <a:ea typeface="Noto Sans CJK JP"/>
                </a:rPr>
                <a:t>−</a:t>
              </a:r>
            </a:p>
          </p:txBody>
        </p:sp>
      </p:grpSp>
      <p:sp>
        <p:nvSpPr>
          <p:cNvPr id="176" name="文字｜e⁻ + CF₄ → CF₃ + F⁻"/>
          <p:cNvSpPr txBox="1"/>
          <p:nvPr/>
        </p:nvSpPr>
        <p:spPr>
          <a:xfrm>
            <a:off x="7934325" y="8429625"/>
            <a:ext cx="6343650" cy="628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11111"/>
                </a:solidFill>
                <a:latin typeface="Noto Sans CJK JP"/>
              </a:defRPr>
            </a:pPr>
            <a:r>
              <a:rPr sz="2400" b="0">
                <a:solidFill>
                  <a:srgbClr val="111111"/>
                </a:solidFill>
                <a:latin typeface="Noto Sans CJK JP"/>
                <a:ea typeface="Noto Sans CJK JP"/>
              </a:rPr>
              <a:t>e⁻ + CF₄ → CF₃ + F⁻</a:t>
            </a:r>
          </a:p>
        </p:txBody>
      </p:sp>
      <p:sp>
        <p:nvSpPr>
          <p:cNvPr id="177" name="文字｜登録済み反応の代表例｜原子・電子・電荷の変化を表す模式図"/>
          <p:cNvSpPr txBox="1"/>
          <p:nvPr/>
        </p:nvSpPr>
        <p:spPr>
          <a:xfrm>
            <a:off x="238125" y="9277350"/>
            <a:ext cx="14154150" cy="3143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111111"/>
                </a:solidFill>
                <a:latin typeface="Noto Sans CJK JP"/>
              </a:defRPr>
            </a:pPr>
            <a:r>
              <a:rPr sz="1575" b="0">
                <a:solidFill>
                  <a:srgbClr val="111111"/>
                </a:solidFill>
                <a:latin typeface="Noto Sans CJK JP"/>
                <a:ea typeface="Noto Sans CJK JP"/>
              </a:rPr>
              <a:t>登録済み反応の代表例｜原子・電子・電荷の変化を表す模式図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字｜03 / 重粒子間の反応チャネル"/>
          <p:cNvSpPr txBox="1"/>
          <p:nvPr/>
        </p:nvSpPr>
        <p:spPr>
          <a:xfrm>
            <a:off x="247649" y="47625"/>
            <a:ext cx="14135100" cy="6572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300" b="1">
                <a:solidFill>
                  <a:srgbClr val="111111"/>
                </a:solidFill>
                <a:latin typeface="Noto Sans CJK JP"/>
              </a:defRPr>
            </a:pPr>
            <a:r>
              <a:rPr sz="3300" b="1">
                <a:solidFill>
                  <a:srgbClr val="111111"/>
                </a:solidFill>
                <a:latin typeface="Noto Sans CJK JP"/>
                <a:ea typeface="Noto Sans CJK JP"/>
              </a:rPr>
              <a:t>03 / 重粒子間の反応チャネル</a:t>
            </a:r>
          </a:p>
        </p:txBody>
      </p:sp>
      <p:sp>
        <p:nvSpPr>
          <p:cNvPr id="3" name="枠｜"/>
          <p:cNvSpPr/>
          <p:nvPr/>
        </p:nvSpPr>
        <p:spPr>
          <a:xfrm>
            <a:off x="152400" y="1104900"/>
            <a:ext cx="7353299" cy="3695700"/>
          </a:xfrm>
          <a:prstGeom prst="roundRect">
            <a:avLst>
              <a:gd name="adj" fmla="val 7000"/>
            </a:avLst>
          </a:prstGeom>
          <a:noFill/>
          <a:ln w="1524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｜(a) 解離性電荷移動"/>
          <p:cNvSpPr txBox="1"/>
          <p:nvPr/>
        </p:nvSpPr>
        <p:spPr>
          <a:xfrm>
            <a:off x="342900" y="1209675"/>
            <a:ext cx="6972300" cy="4476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11111"/>
                </a:solidFill>
                <a:latin typeface="Noto Sans CJK JP"/>
              </a:defRPr>
            </a:pPr>
            <a:r>
              <a:rPr sz="2400" b="1">
                <a:solidFill>
                  <a:srgbClr val="111111"/>
                </a:solidFill>
                <a:latin typeface="Noto Sans CJK JP"/>
                <a:ea typeface="Noto Sans CJK JP"/>
              </a:rPr>
              <a:t>(a) 解離性電荷移動</a:t>
            </a:r>
          </a:p>
        </p:txBody>
      </p:sp>
      <p:sp>
        <p:nvSpPr>
          <p:cNvPr id="5" name="枠｜"/>
          <p:cNvSpPr/>
          <p:nvPr/>
        </p:nvSpPr>
        <p:spPr>
          <a:xfrm>
            <a:off x="7667624" y="1104900"/>
            <a:ext cx="6819900" cy="3695700"/>
          </a:xfrm>
          <a:prstGeom prst="roundRect">
            <a:avLst>
              <a:gd name="adj" fmla="val 7000"/>
            </a:avLst>
          </a:prstGeom>
          <a:noFill/>
          <a:ln w="1524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文字｜(b) 中性種反応"/>
          <p:cNvSpPr txBox="1"/>
          <p:nvPr/>
        </p:nvSpPr>
        <p:spPr>
          <a:xfrm>
            <a:off x="7858125" y="1209675"/>
            <a:ext cx="6438900" cy="4476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11111"/>
                </a:solidFill>
                <a:latin typeface="Noto Sans CJK JP"/>
              </a:defRPr>
            </a:pPr>
            <a:r>
              <a:rPr sz="2400" b="1">
                <a:solidFill>
                  <a:srgbClr val="111111"/>
                </a:solidFill>
                <a:latin typeface="Noto Sans CJK JP"/>
                <a:ea typeface="Noto Sans CJK JP"/>
              </a:rPr>
              <a:t>(b) 中性種反応</a:t>
            </a:r>
          </a:p>
        </p:txBody>
      </p:sp>
      <p:sp>
        <p:nvSpPr>
          <p:cNvPr id="7" name="枠｜"/>
          <p:cNvSpPr/>
          <p:nvPr/>
        </p:nvSpPr>
        <p:spPr>
          <a:xfrm>
            <a:off x="161925" y="4981575"/>
            <a:ext cx="7334250" cy="3800475"/>
          </a:xfrm>
          <a:prstGeom prst="roundRect">
            <a:avLst>
              <a:gd name="adj" fmla="val 7000"/>
            </a:avLst>
          </a:prstGeom>
          <a:noFill/>
          <a:ln w="1524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文字｜(c) 相互中和"/>
          <p:cNvSpPr txBox="1"/>
          <p:nvPr/>
        </p:nvSpPr>
        <p:spPr>
          <a:xfrm>
            <a:off x="352425" y="5086350"/>
            <a:ext cx="6953250" cy="4476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11111"/>
                </a:solidFill>
                <a:latin typeface="Noto Sans CJK JP"/>
              </a:defRPr>
            </a:pPr>
            <a:r>
              <a:rPr sz="2400" b="1">
                <a:solidFill>
                  <a:srgbClr val="111111"/>
                </a:solidFill>
                <a:latin typeface="Noto Sans CJK JP"/>
                <a:ea typeface="Noto Sans CJK JP"/>
              </a:rPr>
              <a:t>(c) 相互中和</a:t>
            </a:r>
          </a:p>
        </p:txBody>
      </p:sp>
      <p:sp>
        <p:nvSpPr>
          <p:cNvPr id="9" name="枠｜"/>
          <p:cNvSpPr/>
          <p:nvPr/>
        </p:nvSpPr>
        <p:spPr>
          <a:xfrm>
            <a:off x="7677150" y="4981575"/>
            <a:ext cx="6791325" cy="3800475"/>
          </a:xfrm>
          <a:prstGeom prst="roundRect">
            <a:avLst>
              <a:gd name="adj" fmla="val 7000"/>
            </a:avLst>
          </a:prstGeom>
          <a:noFill/>
          <a:ln w="1524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文字｜(d) 電子脱離"/>
          <p:cNvSpPr txBox="1"/>
          <p:nvPr/>
        </p:nvSpPr>
        <p:spPr>
          <a:xfrm>
            <a:off x="7867649" y="5086350"/>
            <a:ext cx="6410325" cy="4476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11111"/>
                </a:solidFill>
                <a:latin typeface="Noto Sans CJK JP"/>
              </a:defRPr>
            </a:pPr>
            <a:r>
              <a:rPr sz="2400" b="1">
                <a:solidFill>
                  <a:srgbClr val="111111"/>
                </a:solidFill>
                <a:latin typeface="Noto Sans CJK JP"/>
                <a:ea typeface="Noto Sans CJK JP"/>
              </a:rPr>
              <a:t>(d) 電子脱離</a:t>
            </a:r>
          </a:p>
        </p:txBody>
      </p:sp>
      <p:sp>
        <p:nvSpPr>
          <p:cNvPr id="11" name="文字｜Ar⁺ + CF₄ → Ar + CF₃⁺ + F"/>
          <p:cNvSpPr txBox="1"/>
          <p:nvPr/>
        </p:nvSpPr>
        <p:spPr>
          <a:xfrm>
            <a:off x="428625" y="1704975"/>
            <a:ext cx="6791325" cy="571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11111"/>
                </a:solidFill>
                <a:latin typeface="Noto Sans CJK JP"/>
              </a:defRPr>
            </a:pPr>
            <a:r>
              <a:rPr sz="2400" b="0">
                <a:solidFill>
                  <a:srgbClr val="111111"/>
                </a:solidFill>
                <a:latin typeface="Noto Sans CJK JP"/>
                <a:ea typeface="Noto Sans CJK JP"/>
              </a:rPr>
              <a:t>Ar⁺ + CF₄ → Ar + CF₃⁺ + F</a:t>
            </a:r>
          </a:p>
        </p:txBody>
      </p:sp>
      <p:grpSp>
        <p:nvGrpSpPr>
          <p:cNvPr id="12" name="Ar⁺"/>
          <p:cNvGrpSpPr/>
          <p:nvPr/>
        </p:nvGrpSpPr>
        <p:grpSpPr>
          <a:xfrm>
            <a:off x="381000" y="3067050"/>
            <a:ext cx="819150" cy="762000"/>
            <a:chOff x="381000" y="3067050"/>
            <a:chExt cx="819150" cy="762000"/>
          </a:xfrm>
        </p:grpSpPr>
        <p:sp>
          <p:nvSpPr>
            <p:cNvPr id="13" name="原子｜Ar"/>
            <p:cNvSpPr/>
            <p:nvPr/>
          </p:nvSpPr>
          <p:spPr>
            <a:xfrm>
              <a:off x="409575" y="3067050"/>
              <a:ext cx="762000" cy="762000"/>
            </a:xfrm>
            <a:prstGeom prst="ellipse">
              <a:avLst/>
            </a:prstGeom>
            <a:solidFill>
              <a:srgbClr val="BBA6DB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文字｜Ar⁺"/>
            <p:cNvSpPr txBox="1"/>
            <p:nvPr/>
          </p:nvSpPr>
          <p:spPr>
            <a:xfrm>
              <a:off x="381000" y="3209925"/>
              <a:ext cx="819150" cy="46672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2325" b="0">
                  <a:solidFill>
                    <a:srgbClr val="111111"/>
                  </a:solidFill>
                  <a:latin typeface="Noto Sans CJK JP"/>
                </a:defRPr>
              </a:pPr>
              <a:r>
                <a:rPr sz="2325" b="0">
                  <a:solidFill>
                    <a:srgbClr val="111111"/>
                  </a:solidFill>
                  <a:latin typeface="Noto Sans CJK JP"/>
                  <a:ea typeface="Noto Sans CJK JP"/>
                </a:rPr>
                <a:t>Ar⁺</a:t>
              </a:r>
            </a:p>
          </p:txBody>
        </p:sp>
      </p:grpSp>
      <p:grpSp>
        <p:nvGrpSpPr>
          <p:cNvPr id="15" name="分子・化学種｜CF4"/>
          <p:cNvGrpSpPr/>
          <p:nvPr/>
        </p:nvGrpSpPr>
        <p:grpSpPr>
          <a:xfrm>
            <a:off x="1619250" y="2562225"/>
            <a:ext cx="1771650" cy="1828800"/>
            <a:chOff x="1619250" y="2562225"/>
            <a:chExt cx="1771650" cy="1828800"/>
          </a:xfrm>
        </p:grpSpPr>
        <p:cxnSp>
          <p:nvCxnSpPr>
            <p:cNvPr id="16" name="結合線・接続線"/>
            <p:cNvCxnSpPr/>
            <p:nvPr/>
          </p:nvCxnSpPr>
          <p:spPr>
            <a:xfrm flipV="1">
              <a:off x="2505075" y="2781300"/>
              <a:ext cx="0" cy="704850"/>
            </a:xfrm>
            <a:prstGeom prst="line">
              <a:avLst/>
            </a:prstGeom>
            <a:ln w="21907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結合線・接続線"/>
            <p:cNvCxnSpPr/>
            <p:nvPr/>
          </p:nvCxnSpPr>
          <p:spPr>
            <a:xfrm flipH="1">
              <a:off x="1838324" y="3486150"/>
              <a:ext cx="666751" cy="0"/>
            </a:xfrm>
            <a:prstGeom prst="line">
              <a:avLst/>
            </a:prstGeom>
            <a:ln w="21907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結合線・接続線"/>
            <p:cNvCxnSpPr/>
            <p:nvPr/>
          </p:nvCxnSpPr>
          <p:spPr>
            <a:xfrm>
              <a:off x="2505075" y="3486150"/>
              <a:ext cx="666750" cy="0"/>
            </a:xfrm>
            <a:prstGeom prst="line">
              <a:avLst/>
            </a:prstGeom>
            <a:ln w="21907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結合線・接続線"/>
            <p:cNvCxnSpPr/>
            <p:nvPr/>
          </p:nvCxnSpPr>
          <p:spPr>
            <a:xfrm>
              <a:off x="2505075" y="3486150"/>
              <a:ext cx="0" cy="685800"/>
            </a:xfrm>
            <a:prstGeom prst="line">
              <a:avLst/>
            </a:prstGeom>
            <a:ln w="21907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原子｜F"/>
            <p:cNvSpPr/>
            <p:nvPr/>
          </p:nvSpPr>
          <p:spPr>
            <a:xfrm>
              <a:off x="2286000" y="2562225"/>
              <a:ext cx="438150" cy="438150"/>
            </a:xfrm>
            <a:prstGeom prst="ellipse">
              <a:avLst/>
            </a:prstGeom>
            <a:solidFill>
              <a:srgbClr val="AED396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文字｜F"/>
            <p:cNvSpPr txBox="1"/>
            <p:nvPr/>
          </p:nvSpPr>
          <p:spPr>
            <a:xfrm>
              <a:off x="2286000" y="2562225"/>
              <a:ext cx="438150" cy="43815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863" b="0">
                  <a:solidFill>
                    <a:srgbClr val="111111"/>
                  </a:solidFill>
                  <a:latin typeface="Noto Sans CJK JP"/>
                </a:defRPr>
              </a:pPr>
              <a:r>
                <a:rPr sz="1863" b="0">
                  <a:solidFill>
                    <a:srgbClr val="111111"/>
                  </a:solidFill>
                  <a:latin typeface="Noto Sans CJK JP"/>
                  <a:ea typeface="Noto Sans CJK JP"/>
                </a:rPr>
                <a:t>F</a:t>
              </a:r>
            </a:p>
          </p:txBody>
        </p:sp>
        <p:sp>
          <p:nvSpPr>
            <p:cNvPr id="22" name="原子｜F"/>
            <p:cNvSpPr/>
            <p:nvPr/>
          </p:nvSpPr>
          <p:spPr>
            <a:xfrm>
              <a:off x="1619250" y="3267075"/>
              <a:ext cx="438150" cy="438150"/>
            </a:xfrm>
            <a:prstGeom prst="ellipse">
              <a:avLst/>
            </a:prstGeom>
            <a:solidFill>
              <a:srgbClr val="AED396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文字｜F"/>
            <p:cNvSpPr txBox="1"/>
            <p:nvPr/>
          </p:nvSpPr>
          <p:spPr>
            <a:xfrm>
              <a:off x="1619250" y="3267075"/>
              <a:ext cx="438150" cy="43815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863" b="0">
                  <a:solidFill>
                    <a:srgbClr val="111111"/>
                  </a:solidFill>
                  <a:latin typeface="Noto Sans CJK JP"/>
                </a:defRPr>
              </a:pPr>
              <a:r>
                <a:rPr sz="1863" b="0">
                  <a:solidFill>
                    <a:srgbClr val="111111"/>
                  </a:solidFill>
                  <a:latin typeface="Noto Sans CJK JP"/>
                  <a:ea typeface="Noto Sans CJK JP"/>
                </a:rPr>
                <a:t>F</a:t>
              </a:r>
            </a:p>
          </p:txBody>
        </p:sp>
        <p:sp>
          <p:nvSpPr>
            <p:cNvPr id="24" name="原子｜F"/>
            <p:cNvSpPr/>
            <p:nvPr/>
          </p:nvSpPr>
          <p:spPr>
            <a:xfrm>
              <a:off x="2952750" y="3267075"/>
              <a:ext cx="438150" cy="438150"/>
            </a:xfrm>
            <a:prstGeom prst="ellipse">
              <a:avLst/>
            </a:prstGeom>
            <a:solidFill>
              <a:srgbClr val="AED396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文字｜F"/>
            <p:cNvSpPr txBox="1"/>
            <p:nvPr/>
          </p:nvSpPr>
          <p:spPr>
            <a:xfrm>
              <a:off x="2952750" y="3267075"/>
              <a:ext cx="438150" cy="43815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863" b="0">
                  <a:solidFill>
                    <a:srgbClr val="111111"/>
                  </a:solidFill>
                  <a:latin typeface="Noto Sans CJK JP"/>
                </a:defRPr>
              </a:pPr>
              <a:r>
                <a:rPr sz="1863" b="0">
                  <a:solidFill>
                    <a:srgbClr val="111111"/>
                  </a:solidFill>
                  <a:latin typeface="Noto Sans CJK JP"/>
                  <a:ea typeface="Noto Sans CJK JP"/>
                </a:rPr>
                <a:t>F</a:t>
              </a:r>
            </a:p>
          </p:txBody>
        </p:sp>
        <p:sp>
          <p:nvSpPr>
            <p:cNvPr id="26" name="原子｜F"/>
            <p:cNvSpPr/>
            <p:nvPr/>
          </p:nvSpPr>
          <p:spPr>
            <a:xfrm>
              <a:off x="2286000" y="3952875"/>
              <a:ext cx="438150" cy="438150"/>
            </a:xfrm>
            <a:prstGeom prst="ellipse">
              <a:avLst/>
            </a:prstGeom>
            <a:solidFill>
              <a:srgbClr val="AED396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文字｜F"/>
            <p:cNvSpPr txBox="1"/>
            <p:nvPr/>
          </p:nvSpPr>
          <p:spPr>
            <a:xfrm>
              <a:off x="2286000" y="3952875"/>
              <a:ext cx="438150" cy="43815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863" b="0">
                  <a:solidFill>
                    <a:srgbClr val="111111"/>
                  </a:solidFill>
                  <a:latin typeface="Noto Sans CJK JP"/>
                </a:defRPr>
              </a:pPr>
              <a:r>
                <a:rPr sz="1863" b="0">
                  <a:solidFill>
                    <a:srgbClr val="111111"/>
                  </a:solidFill>
                  <a:latin typeface="Noto Sans CJK JP"/>
                  <a:ea typeface="Noto Sans CJK JP"/>
                </a:rPr>
                <a:t>F</a:t>
              </a:r>
            </a:p>
          </p:txBody>
        </p:sp>
        <p:sp>
          <p:nvSpPr>
            <p:cNvPr id="28" name="原子｜C"/>
            <p:cNvSpPr/>
            <p:nvPr/>
          </p:nvSpPr>
          <p:spPr>
            <a:xfrm>
              <a:off x="2247900" y="3228975"/>
              <a:ext cx="514350" cy="514350"/>
            </a:xfrm>
            <a:prstGeom prst="ellipse">
              <a:avLst/>
            </a:prstGeom>
            <a:solidFill>
              <a:srgbClr val="555958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文字｜C"/>
            <p:cNvSpPr txBox="1"/>
            <p:nvPr/>
          </p:nvSpPr>
          <p:spPr>
            <a:xfrm>
              <a:off x="2247900" y="3228975"/>
              <a:ext cx="514350" cy="51435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2187" b="0">
                  <a:solidFill>
                    <a:srgbClr val="FFFFFF"/>
                  </a:solidFill>
                  <a:latin typeface="Noto Sans CJK JP"/>
                </a:defRPr>
              </a:pPr>
              <a:r>
                <a:rPr sz="2187" b="0">
                  <a:solidFill>
                    <a:srgbClr val="FFFFFF"/>
                  </a:solidFill>
                  <a:latin typeface="Noto Sans CJK JP"/>
                  <a:ea typeface="Noto Sans CJK JP"/>
                </a:rPr>
                <a:t>C</a:t>
              </a:r>
            </a:p>
          </p:txBody>
        </p:sp>
      </p:grpSp>
      <p:sp>
        <p:nvSpPr>
          <p:cNvPr id="30" name="CF₄からAr⁺への電子移動"/>
          <p:cNvSpPr/>
          <p:nvPr/>
        </p:nvSpPr>
        <p:spPr>
          <a:xfrm>
            <a:off x="1114425" y="2686050"/>
            <a:ext cx="1276350" cy="552450"/>
          </a:xfrm>
          <a:custGeom>
            <a:avLst/>
            <a:gdLst/>
            <a:ahLst/>
            <a:cxnLst/>
            <a:rect l="0" t="0" r="w" b="h"/>
            <a:pathLst>
              <a:path w="100000" h="100000" fill="none" stroke="1">
                <a:moveTo>
                  <a:pt x="100000" y="100000"/>
                </a:moveTo>
                <a:cubicBezTo>
                  <a:pt x="76119" y="5172"/>
                  <a:pt x="40299" y="0"/>
                  <a:pt x="0" y="72414"/>
                </a:cubicBezTo>
              </a:path>
            </a:pathLst>
          </a:custGeom>
          <a:noFill/>
          <a:ln w="28575">
            <a:solidFill>
              <a:srgbClr val="083D7B"/>
            </a:solidFill>
            <a:prstDash val="dash"/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1" name="電子 e⁻"/>
          <p:cNvGrpSpPr/>
          <p:nvPr/>
        </p:nvGrpSpPr>
        <p:grpSpPr>
          <a:xfrm>
            <a:off x="1685925" y="2752725"/>
            <a:ext cx="114300" cy="114300"/>
            <a:chOff x="1685925" y="2752725"/>
            <a:chExt cx="114300" cy="114300"/>
          </a:xfrm>
        </p:grpSpPr>
        <p:sp>
          <p:nvSpPr>
            <p:cNvPr id="32" name="電子の点"/>
            <p:cNvSpPr/>
            <p:nvPr/>
          </p:nvSpPr>
          <p:spPr>
            <a:xfrm>
              <a:off x="1685925" y="2752725"/>
              <a:ext cx="114300" cy="114300"/>
            </a:xfrm>
            <a:prstGeom prst="ellipse">
              <a:avLst/>
            </a:prstGeom>
            <a:solidFill>
              <a:srgbClr val="0969BD"/>
            </a:solidFill>
            <a:ln w="10477">
              <a:solidFill>
                <a:srgbClr val="08345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33" name="文字｜e⁻"/>
          <p:cNvSpPr txBox="1"/>
          <p:nvPr/>
        </p:nvSpPr>
        <p:spPr>
          <a:xfrm>
            <a:off x="1704975" y="2390775"/>
            <a:ext cx="504825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25" b="0">
                <a:solidFill>
                  <a:srgbClr val="083D7B"/>
                </a:solidFill>
                <a:latin typeface="Noto Sans CJK JP"/>
              </a:defRPr>
            </a:pPr>
            <a:r>
              <a:rPr sz="2025" b="0">
                <a:solidFill>
                  <a:srgbClr val="083D7B"/>
                </a:solidFill>
                <a:latin typeface="Noto Sans CJK JP"/>
                <a:ea typeface="Noto Sans CJK JP"/>
              </a:rPr>
              <a:t>e⁻</a:t>
            </a:r>
          </a:p>
        </p:txBody>
      </p:sp>
      <p:cxnSp>
        <p:nvCxnSpPr>
          <p:cNvPr id="34" name="結合線・接続線"/>
          <p:cNvCxnSpPr/>
          <p:nvPr/>
        </p:nvCxnSpPr>
        <p:spPr>
          <a:xfrm>
            <a:off x="3533775" y="3457575"/>
            <a:ext cx="419100" cy="0"/>
          </a:xfrm>
          <a:prstGeom prst="line">
            <a:avLst/>
          </a:prstGeom>
          <a:ln w="20955">
            <a:solidFill>
              <a:srgbClr val="11111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分子・化学種｜Ar"/>
          <p:cNvGrpSpPr/>
          <p:nvPr/>
        </p:nvGrpSpPr>
        <p:grpSpPr>
          <a:xfrm>
            <a:off x="4077081" y="3067431"/>
            <a:ext cx="704088" cy="704088"/>
            <a:chOff x="4077081" y="3067431"/>
            <a:chExt cx="704088" cy="704088"/>
          </a:xfrm>
        </p:grpSpPr>
        <p:sp>
          <p:nvSpPr>
            <p:cNvPr id="36" name="原子｜Ar"/>
            <p:cNvSpPr/>
            <p:nvPr/>
          </p:nvSpPr>
          <p:spPr>
            <a:xfrm>
              <a:off x="4077081" y="3067431"/>
              <a:ext cx="704088" cy="704088"/>
            </a:xfrm>
            <a:prstGeom prst="ellipse">
              <a:avLst/>
            </a:prstGeom>
            <a:solidFill>
              <a:srgbClr val="BBA6DB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文字｜Ar"/>
            <p:cNvSpPr txBox="1"/>
            <p:nvPr/>
          </p:nvSpPr>
          <p:spPr>
            <a:xfrm>
              <a:off x="4077081" y="3067431"/>
              <a:ext cx="704088" cy="7040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2400" b="0">
                  <a:solidFill>
                    <a:srgbClr val="111111"/>
                  </a:solidFill>
                  <a:latin typeface="Noto Sans CJK JP"/>
                </a:defRPr>
              </a:pPr>
              <a:r>
                <a:rPr sz="2400" b="0">
                  <a:solidFill>
                    <a:srgbClr val="111111"/>
                  </a:solidFill>
                  <a:latin typeface="Noto Sans CJK JP"/>
                  <a:ea typeface="Noto Sans CJK JP"/>
                </a:rPr>
                <a:t>Ar</a:t>
              </a:r>
            </a:p>
          </p:txBody>
        </p:sp>
      </p:grpSp>
      <p:sp>
        <p:nvSpPr>
          <p:cNvPr id="38" name="文字｜+"/>
          <p:cNvSpPr txBox="1"/>
          <p:nvPr/>
        </p:nvSpPr>
        <p:spPr>
          <a:xfrm>
            <a:off x="4895850" y="3209925"/>
            <a:ext cx="342900" cy="476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11111"/>
                </a:solidFill>
                <a:latin typeface="Noto Sans CJK JP"/>
              </a:defRPr>
            </a:pPr>
            <a:r>
              <a:rPr sz="2400" b="0">
                <a:solidFill>
                  <a:srgbClr val="111111"/>
                </a:solidFill>
                <a:latin typeface="Noto Sans CJK JP"/>
                <a:ea typeface="Noto Sans CJK JP"/>
              </a:rPr>
              <a:t>+</a:t>
            </a:r>
          </a:p>
        </p:txBody>
      </p:sp>
      <p:grpSp>
        <p:nvGrpSpPr>
          <p:cNvPr id="39" name="分子・化学種｜CF3+"/>
          <p:cNvGrpSpPr/>
          <p:nvPr/>
        </p:nvGrpSpPr>
        <p:grpSpPr>
          <a:xfrm>
            <a:off x="5029962" y="2662046"/>
            <a:ext cx="1475994" cy="1624585"/>
            <a:chOff x="5029962" y="2662046"/>
            <a:chExt cx="1475994" cy="1624585"/>
          </a:xfrm>
        </p:grpSpPr>
        <p:cxnSp>
          <p:nvCxnSpPr>
            <p:cNvPr id="40" name="結合線・接続線"/>
            <p:cNvCxnSpPr/>
            <p:nvPr/>
          </p:nvCxnSpPr>
          <p:spPr>
            <a:xfrm flipV="1">
              <a:off x="5753100" y="2889885"/>
              <a:ext cx="0" cy="643890"/>
            </a:xfrm>
            <a:prstGeom prst="line">
              <a:avLst/>
            </a:prstGeom>
            <a:ln w="21907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結合線・接続線"/>
            <p:cNvCxnSpPr/>
            <p:nvPr/>
          </p:nvCxnSpPr>
          <p:spPr>
            <a:xfrm flipH="1">
              <a:off x="5257800" y="3533775"/>
              <a:ext cx="495300" cy="525018"/>
            </a:xfrm>
            <a:prstGeom prst="line">
              <a:avLst/>
            </a:prstGeom>
            <a:ln w="21907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結合線・接続線"/>
            <p:cNvCxnSpPr/>
            <p:nvPr/>
          </p:nvCxnSpPr>
          <p:spPr>
            <a:xfrm>
              <a:off x="5753100" y="3533775"/>
              <a:ext cx="525018" cy="525018"/>
            </a:xfrm>
            <a:prstGeom prst="line">
              <a:avLst/>
            </a:prstGeom>
            <a:ln w="21907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原子｜F"/>
            <p:cNvSpPr/>
            <p:nvPr/>
          </p:nvSpPr>
          <p:spPr>
            <a:xfrm>
              <a:off x="5525262" y="2662046"/>
              <a:ext cx="455676" cy="455676"/>
            </a:xfrm>
            <a:prstGeom prst="ellipse">
              <a:avLst/>
            </a:prstGeom>
            <a:solidFill>
              <a:srgbClr val="AED396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文字｜F"/>
            <p:cNvSpPr txBox="1"/>
            <p:nvPr/>
          </p:nvSpPr>
          <p:spPr>
            <a:xfrm>
              <a:off x="5525262" y="2662046"/>
              <a:ext cx="455676" cy="45567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937" b="0">
                  <a:solidFill>
                    <a:srgbClr val="111111"/>
                  </a:solidFill>
                  <a:latin typeface="Noto Sans CJK JP"/>
                </a:defRPr>
              </a:pPr>
              <a:r>
                <a:rPr sz="1937" b="0">
                  <a:solidFill>
                    <a:srgbClr val="111111"/>
                  </a:solidFill>
                  <a:latin typeface="Noto Sans CJK JP"/>
                  <a:ea typeface="Noto Sans CJK JP"/>
                </a:rPr>
                <a:t>F</a:t>
              </a:r>
            </a:p>
          </p:txBody>
        </p:sp>
        <p:sp>
          <p:nvSpPr>
            <p:cNvPr id="45" name="原子｜F"/>
            <p:cNvSpPr/>
            <p:nvPr/>
          </p:nvSpPr>
          <p:spPr>
            <a:xfrm>
              <a:off x="5029962" y="3830955"/>
              <a:ext cx="455676" cy="455676"/>
            </a:xfrm>
            <a:prstGeom prst="ellipse">
              <a:avLst/>
            </a:prstGeom>
            <a:solidFill>
              <a:srgbClr val="AED396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文字｜F"/>
            <p:cNvSpPr txBox="1"/>
            <p:nvPr/>
          </p:nvSpPr>
          <p:spPr>
            <a:xfrm>
              <a:off x="5029962" y="3830955"/>
              <a:ext cx="455676" cy="45567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937" b="0">
                  <a:solidFill>
                    <a:srgbClr val="111111"/>
                  </a:solidFill>
                  <a:latin typeface="Noto Sans CJK JP"/>
                </a:defRPr>
              </a:pPr>
              <a:r>
                <a:rPr sz="1937" b="0">
                  <a:solidFill>
                    <a:srgbClr val="111111"/>
                  </a:solidFill>
                  <a:latin typeface="Noto Sans CJK JP"/>
                  <a:ea typeface="Noto Sans CJK JP"/>
                </a:rPr>
                <a:t>F</a:t>
              </a:r>
            </a:p>
          </p:txBody>
        </p:sp>
        <p:sp>
          <p:nvSpPr>
            <p:cNvPr id="47" name="原子｜F"/>
            <p:cNvSpPr/>
            <p:nvPr/>
          </p:nvSpPr>
          <p:spPr>
            <a:xfrm>
              <a:off x="6050280" y="3830955"/>
              <a:ext cx="455676" cy="455676"/>
            </a:xfrm>
            <a:prstGeom prst="ellipse">
              <a:avLst/>
            </a:prstGeom>
            <a:solidFill>
              <a:srgbClr val="AED396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文字｜F"/>
            <p:cNvSpPr txBox="1"/>
            <p:nvPr/>
          </p:nvSpPr>
          <p:spPr>
            <a:xfrm>
              <a:off x="6050280" y="3830955"/>
              <a:ext cx="455676" cy="45567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937" b="0">
                  <a:solidFill>
                    <a:srgbClr val="111111"/>
                  </a:solidFill>
                  <a:latin typeface="Noto Sans CJK JP"/>
                </a:defRPr>
              </a:pPr>
              <a:r>
                <a:rPr sz="1937" b="0">
                  <a:solidFill>
                    <a:srgbClr val="111111"/>
                  </a:solidFill>
                  <a:latin typeface="Noto Sans CJK JP"/>
                  <a:ea typeface="Noto Sans CJK JP"/>
                </a:rPr>
                <a:t>F</a:t>
              </a:r>
            </a:p>
          </p:txBody>
        </p:sp>
        <p:sp>
          <p:nvSpPr>
            <p:cNvPr id="49" name="原子｜C"/>
            <p:cNvSpPr/>
            <p:nvPr/>
          </p:nvSpPr>
          <p:spPr>
            <a:xfrm>
              <a:off x="5485638" y="3266313"/>
              <a:ext cx="534924" cy="534924"/>
            </a:xfrm>
            <a:prstGeom prst="ellipse">
              <a:avLst/>
            </a:prstGeom>
            <a:solidFill>
              <a:srgbClr val="555958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文字｜C"/>
            <p:cNvSpPr txBox="1"/>
            <p:nvPr/>
          </p:nvSpPr>
          <p:spPr>
            <a:xfrm>
              <a:off x="5485638" y="3266313"/>
              <a:ext cx="534924" cy="53492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2274" b="0">
                  <a:solidFill>
                    <a:srgbClr val="FFFFFF"/>
                  </a:solidFill>
                  <a:latin typeface="Noto Sans CJK JP"/>
                </a:defRPr>
              </a:pPr>
              <a:r>
                <a:rPr sz="2274" b="0">
                  <a:solidFill>
                    <a:srgbClr val="FFFFFF"/>
                  </a:solidFill>
                  <a:latin typeface="Noto Sans CJK JP"/>
                  <a:ea typeface="Noto Sans CJK JP"/>
                </a:rPr>
                <a:t>C</a:t>
              </a:r>
            </a:p>
          </p:txBody>
        </p:sp>
        <p:sp>
          <p:nvSpPr>
            <p:cNvPr id="51" name="文字｜+"/>
            <p:cNvSpPr txBox="1"/>
            <p:nvPr/>
          </p:nvSpPr>
          <p:spPr>
            <a:xfrm>
              <a:off x="5980937" y="3127629"/>
              <a:ext cx="346710" cy="36652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2340" b="0">
                  <a:solidFill>
                    <a:srgbClr val="111111"/>
                  </a:solidFill>
                  <a:latin typeface="Noto Sans CJK JP"/>
                </a:defRPr>
              </a:pPr>
              <a:r>
                <a:rPr sz="2340" b="0">
                  <a:solidFill>
                    <a:srgbClr val="111111"/>
                  </a:solidFill>
                  <a:latin typeface="Noto Sans CJK JP"/>
                  <a:ea typeface="Noto Sans CJK JP"/>
                </a:rPr>
                <a:t>+</a:t>
              </a:r>
            </a:p>
          </p:txBody>
        </p:sp>
      </p:grpSp>
      <p:sp>
        <p:nvSpPr>
          <p:cNvPr id="52" name="文字｜+"/>
          <p:cNvSpPr txBox="1"/>
          <p:nvPr/>
        </p:nvSpPr>
        <p:spPr>
          <a:xfrm>
            <a:off x="6381750" y="3209925"/>
            <a:ext cx="342900" cy="476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11111"/>
                </a:solidFill>
                <a:latin typeface="Noto Sans CJK JP"/>
              </a:defRPr>
            </a:pPr>
            <a:r>
              <a:rPr sz="2400" b="0">
                <a:solidFill>
                  <a:srgbClr val="111111"/>
                </a:solidFill>
                <a:latin typeface="Noto Sans CJK JP"/>
                <a:ea typeface="Noto Sans CJK JP"/>
              </a:rPr>
              <a:t>+</a:t>
            </a:r>
          </a:p>
        </p:txBody>
      </p:sp>
      <p:grpSp>
        <p:nvGrpSpPr>
          <p:cNvPr id="53" name="分子・化学種｜F"/>
          <p:cNvGrpSpPr/>
          <p:nvPr/>
        </p:nvGrpSpPr>
        <p:grpSpPr>
          <a:xfrm>
            <a:off x="6784466" y="3155442"/>
            <a:ext cx="528066" cy="528066"/>
            <a:chOff x="6784466" y="3155442"/>
            <a:chExt cx="528066" cy="528066"/>
          </a:xfrm>
        </p:grpSpPr>
        <p:sp>
          <p:nvSpPr>
            <p:cNvPr id="54" name="原子｜F"/>
            <p:cNvSpPr/>
            <p:nvPr/>
          </p:nvSpPr>
          <p:spPr>
            <a:xfrm>
              <a:off x="6784466" y="3155442"/>
              <a:ext cx="528066" cy="528066"/>
            </a:xfrm>
            <a:prstGeom prst="ellipse">
              <a:avLst/>
            </a:prstGeom>
            <a:solidFill>
              <a:srgbClr val="AED396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文字｜F"/>
            <p:cNvSpPr txBox="1"/>
            <p:nvPr/>
          </p:nvSpPr>
          <p:spPr>
            <a:xfrm>
              <a:off x="6784466" y="3155442"/>
              <a:ext cx="528066" cy="52806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2245" b="0">
                  <a:solidFill>
                    <a:srgbClr val="111111"/>
                  </a:solidFill>
                  <a:latin typeface="Noto Sans CJK JP"/>
                </a:defRPr>
              </a:pPr>
              <a:r>
                <a:rPr sz="2245" b="0">
                  <a:solidFill>
                    <a:srgbClr val="111111"/>
                  </a:solidFill>
                  <a:latin typeface="Noto Sans CJK JP"/>
                  <a:ea typeface="Noto Sans CJK JP"/>
                </a:rPr>
                <a:t>F</a:t>
              </a:r>
            </a:p>
          </p:txBody>
        </p:sp>
      </p:grpSp>
      <p:sp>
        <p:nvSpPr>
          <p:cNvPr id="56" name="文字｜CF₃ + O → CF₂O + F"/>
          <p:cNvSpPr txBox="1"/>
          <p:nvPr/>
        </p:nvSpPr>
        <p:spPr>
          <a:xfrm>
            <a:off x="7981949" y="1704975"/>
            <a:ext cx="6153150" cy="571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11111"/>
                </a:solidFill>
                <a:latin typeface="Noto Sans CJK JP"/>
              </a:defRPr>
            </a:pPr>
            <a:r>
              <a:rPr sz="2400" b="0">
                <a:solidFill>
                  <a:srgbClr val="111111"/>
                </a:solidFill>
                <a:latin typeface="Noto Sans CJK JP"/>
                <a:ea typeface="Noto Sans CJK JP"/>
              </a:rPr>
              <a:t>CF₃ + O → CF₂O + F</a:t>
            </a:r>
          </a:p>
        </p:txBody>
      </p:sp>
      <p:grpSp>
        <p:nvGrpSpPr>
          <p:cNvPr id="57" name="分子・化学種｜CF3"/>
          <p:cNvGrpSpPr/>
          <p:nvPr/>
        </p:nvGrpSpPr>
        <p:grpSpPr>
          <a:xfrm>
            <a:off x="8021478" y="2712243"/>
            <a:ext cx="1529239" cy="1483995"/>
            <a:chOff x="8021478" y="2712243"/>
            <a:chExt cx="1529239" cy="1483995"/>
          </a:xfrm>
        </p:grpSpPr>
        <p:cxnSp>
          <p:nvCxnSpPr>
            <p:cNvPr id="58" name="結合線・接続線"/>
            <p:cNvCxnSpPr/>
            <p:nvPr/>
          </p:nvCxnSpPr>
          <p:spPr>
            <a:xfrm flipV="1">
              <a:off x="8772525" y="2920365"/>
              <a:ext cx="0" cy="651510"/>
            </a:xfrm>
            <a:prstGeom prst="line">
              <a:avLst/>
            </a:prstGeom>
            <a:ln w="21907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結合線・接続線"/>
            <p:cNvCxnSpPr/>
            <p:nvPr/>
          </p:nvCxnSpPr>
          <p:spPr>
            <a:xfrm flipH="1">
              <a:off x="8229600" y="3571875"/>
              <a:ext cx="542925" cy="416242"/>
            </a:xfrm>
            <a:prstGeom prst="line">
              <a:avLst/>
            </a:prstGeom>
            <a:ln w="21907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結合線・接続線"/>
            <p:cNvCxnSpPr/>
            <p:nvPr/>
          </p:nvCxnSpPr>
          <p:spPr>
            <a:xfrm>
              <a:off x="8772525" y="3571875"/>
              <a:ext cx="570071" cy="416242"/>
            </a:xfrm>
            <a:prstGeom prst="line">
              <a:avLst/>
            </a:prstGeom>
            <a:ln w="21907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原子｜F"/>
            <p:cNvSpPr/>
            <p:nvPr/>
          </p:nvSpPr>
          <p:spPr>
            <a:xfrm>
              <a:off x="8564403" y="2712243"/>
              <a:ext cx="416242" cy="416242"/>
            </a:xfrm>
            <a:prstGeom prst="ellipse">
              <a:avLst/>
            </a:prstGeom>
            <a:solidFill>
              <a:srgbClr val="AED396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文字｜F"/>
            <p:cNvSpPr txBox="1"/>
            <p:nvPr/>
          </p:nvSpPr>
          <p:spPr>
            <a:xfrm>
              <a:off x="8564403" y="2712243"/>
              <a:ext cx="416242" cy="41624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769" b="0">
                  <a:solidFill>
                    <a:srgbClr val="111111"/>
                  </a:solidFill>
                  <a:latin typeface="Noto Sans CJK JP"/>
                </a:defRPr>
              </a:pPr>
              <a:r>
                <a:rPr sz="1769" b="0">
                  <a:solidFill>
                    <a:srgbClr val="111111"/>
                  </a:solidFill>
                  <a:latin typeface="Noto Sans CJK JP"/>
                  <a:ea typeface="Noto Sans CJK JP"/>
                </a:rPr>
                <a:t>F</a:t>
              </a:r>
            </a:p>
          </p:txBody>
        </p:sp>
        <p:sp>
          <p:nvSpPr>
            <p:cNvPr id="63" name="原子｜F"/>
            <p:cNvSpPr/>
            <p:nvPr/>
          </p:nvSpPr>
          <p:spPr>
            <a:xfrm>
              <a:off x="8021478" y="3779996"/>
              <a:ext cx="416242" cy="416242"/>
            </a:xfrm>
            <a:prstGeom prst="ellipse">
              <a:avLst/>
            </a:prstGeom>
            <a:solidFill>
              <a:srgbClr val="AED396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文字｜F"/>
            <p:cNvSpPr txBox="1"/>
            <p:nvPr/>
          </p:nvSpPr>
          <p:spPr>
            <a:xfrm>
              <a:off x="8021478" y="3779996"/>
              <a:ext cx="416242" cy="41624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769" b="0">
                  <a:solidFill>
                    <a:srgbClr val="111111"/>
                  </a:solidFill>
                  <a:latin typeface="Noto Sans CJK JP"/>
                </a:defRPr>
              </a:pPr>
              <a:r>
                <a:rPr sz="1769" b="0">
                  <a:solidFill>
                    <a:srgbClr val="111111"/>
                  </a:solidFill>
                  <a:latin typeface="Noto Sans CJK JP"/>
                  <a:ea typeface="Noto Sans CJK JP"/>
                </a:rPr>
                <a:t>F</a:t>
              </a:r>
            </a:p>
          </p:txBody>
        </p:sp>
        <p:sp>
          <p:nvSpPr>
            <p:cNvPr id="65" name="原子｜F"/>
            <p:cNvSpPr/>
            <p:nvPr/>
          </p:nvSpPr>
          <p:spPr>
            <a:xfrm>
              <a:off x="9134475" y="3779996"/>
              <a:ext cx="416242" cy="416242"/>
            </a:xfrm>
            <a:prstGeom prst="ellipse">
              <a:avLst/>
            </a:prstGeom>
            <a:solidFill>
              <a:srgbClr val="AED396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文字｜F"/>
            <p:cNvSpPr txBox="1"/>
            <p:nvPr/>
          </p:nvSpPr>
          <p:spPr>
            <a:xfrm>
              <a:off x="9134475" y="3779996"/>
              <a:ext cx="416242" cy="41624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769" b="0">
                  <a:solidFill>
                    <a:srgbClr val="111111"/>
                  </a:solidFill>
                  <a:latin typeface="Noto Sans CJK JP"/>
                </a:defRPr>
              </a:pPr>
              <a:r>
                <a:rPr sz="1769" b="0">
                  <a:solidFill>
                    <a:srgbClr val="111111"/>
                  </a:solidFill>
                  <a:latin typeface="Noto Sans CJK JP"/>
                  <a:ea typeface="Noto Sans CJK JP"/>
                </a:rPr>
                <a:t>F</a:t>
              </a:r>
            </a:p>
          </p:txBody>
        </p:sp>
        <p:sp>
          <p:nvSpPr>
            <p:cNvPr id="67" name="原子｜C"/>
            <p:cNvSpPr/>
            <p:nvPr/>
          </p:nvSpPr>
          <p:spPr>
            <a:xfrm>
              <a:off x="8528208" y="3327558"/>
              <a:ext cx="488632" cy="488632"/>
            </a:xfrm>
            <a:prstGeom prst="ellipse">
              <a:avLst/>
            </a:prstGeom>
            <a:solidFill>
              <a:srgbClr val="555958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文字｜C"/>
            <p:cNvSpPr txBox="1"/>
            <p:nvPr/>
          </p:nvSpPr>
          <p:spPr>
            <a:xfrm>
              <a:off x="8528208" y="3327558"/>
              <a:ext cx="488632" cy="4886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2077" b="0">
                  <a:solidFill>
                    <a:srgbClr val="FFFFFF"/>
                  </a:solidFill>
                  <a:latin typeface="Noto Sans CJK JP"/>
                </a:defRPr>
              </a:pPr>
              <a:r>
                <a:rPr sz="2077" b="0">
                  <a:solidFill>
                    <a:srgbClr val="FFFFFF"/>
                  </a:solidFill>
                  <a:latin typeface="Noto Sans CJK JP"/>
                  <a:ea typeface="Noto Sans CJK JP"/>
                </a:rPr>
                <a:t>C</a:t>
              </a:r>
            </a:p>
          </p:txBody>
        </p:sp>
        <p:sp>
          <p:nvSpPr>
            <p:cNvPr id="69" name="ラジカルの不対電子"/>
            <p:cNvSpPr/>
            <p:nvPr/>
          </p:nvSpPr>
          <p:spPr>
            <a:xfrm>
              <a:off x="9089231" y="3508533"/>
              <a:ext cx="72390" cy="7239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70" name="文字｜+"/>
          <p:cNvSpPr txBox="1"/>
          <p:nvPr/>
        </p:nvSpPr>
        <p:spPr>
          <a:xfrm>
            <a:off x="9486900" y="3181350"/>
            <a:ext cx="342900" cy="476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11111"/>
                </a:solidFill>
                <a:latin typeface="Noto Sans CJK JP"/>
              </a:defRPr>
            </a:pPr>
            <a:r>
              <a:rPr sz="2400" b="0">
                <a:solidFill>
                  <a:srgbClr val="111111"/>
                </a:solidFill>
                <a:latin typeface="Noto Sans CJK JP"/>
                <a:ea typeface="Noto Sans CJK JP"/>
              </a:rPr>
              <a:t>+</a:t>
            </a:r>
          </a:p>
        </p:txBody>
      </p:sp>
      <p:grpSp>
        <p:nvGrpSpPr>
          <p:cNvPr id="71" name="分子・化学種｜O"/>
          <p:cNvGrpSpPr/>
          <p:nvPr/>
        </p:nvGrpSpPr>
        <p:grpSpPr>
          <a:xfrm>
            <a:off x="9994392" y="3155442"/>
            <a:ext cx="528066" cy="528066"/>
            <a:chOff x="9994392" y="3155442"/>
            <a:chExt cx="528066" cy="528066"/>
          </a:xfrm>
        </p:grpSpPr>
        <p:sp>
          <p:nvSpPr>
            <p:cNvPr id="72" name="原子｜O"/>
            <p:cNvSpPr/>
            <p:nvPr/>
          </p:nvSpPr>
          <p:spPr>
            <a:xfrm>
              <a:off x="9994392" y="3155442"/>
              <a:ext cx="528066" cy="528066"/>
            </a:xfrm>
            <a:prstGeom prst="ellipse">
              <a:avLst/>
            </a:prstGeom>
            <a:solidFill>
              <a:srgbClr val="EF826B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文字｜O"/>
            <p:cNvSpPr txBox="1"/>
            <p:nvPr/>
          </p:nvSpPr>
          <p:spPr>
            <a:xfrm>
              <a:off x="9994392" y="3155442"/>
              <a:ext cx="528066" cy="52806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2245" b="0">
                  <a:solidFill>
                    <a:srgbClr val="111111"/>
                  </a:solidFill>
                  <a:latin typeface="Noto Sans CJK JP"/>
                </a:defRPr>
              </a:pPr>
              <a:r>
                <a:rPr sz="2245" b="0">
                  <a:solidFill>
                    <a:srgbClr val="111111"/>
                  </a:solidFill>
                  <a:latin typeface="Noto Sans CJK JP"/>
                  <a:ea typeface="Noto Sans CJK JP"/>
                </a:rPr>
                <a:t>O</a:t>
              </a:r>
            </a:p>
          </p:txBody>
        </p:sp>
      </p:grpSp>
      <p:cxnSp>
        <p:nvCxnSpPr>
          <p:cNvPr id="74" name="結合線・接続線"/>
          <p:cNvCxnSpPr/>
          <p:nvPr/>
        </p:nvCxnSpPr>
        <p:spPr>
          <a:xfrm>
            <a:off x="10791825" y="3448050"/>
            <a:ext cx="485775" cy="0"/>
          </a:xfrm>
          <a:prstGeom prst="line">
            <a:avLst/>
          </a:prstGeom>
          <a:ln w="20955">
            <a:solidFill>
              <a:srgbClr val="11111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5" name="分子・化学種｜CF2O"/>
          <p:cNvGrpSpPr/>
          <p:nvPr/>
        </p:nvGrpSpPr>
        <p:grpSpPr>
          <a:xfrm>
            <a:off x="11413045" y="2561843"/>
            <a:ext cx="1729359" cy="1651636"/>
            <a:chOff x="11413045" y="2561843"/>
            <a:chExt cx="1729359" cy="1651636"/>
          </a:xfrm>
        </p:grpSpPr>
        <p:cxnSp>
          <p:nvCxnSpPr>
            <p:cNvPr id="76" name="結合線・接続線"/>
            <p:cNvCxnSpPr/>
            <p:nvPr/>
          </p:nvCxnSpPr>
          <p:spPr>
            <a:xfrm flipV="1">
              <a:off x="12238863" y="2804731"/>
              <a:ext cx="0" cy="748094"/>
            </a:xfrm>
            <a:prstGeom prst="line">
              <a:avLst/>
            </a:prstGeom>
            <a:ln w="19050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結合線・接続線"/>
            <p:cNvCxnSpPr/>
            <p:nvPr/>
          </p:nvCxnSpPr>
          <p:spPr>
            <a:xfrm flipV="1">
              <a:off x="12316587" y="2804731"/>
              <a:ext cx="0" cy="748094"/>
            </a:xfrm>
            <a:prstGeom prst="line">
              <a:avLst/>
            </a:prstGeom>
            <a:ln w="19050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結合線・接続線"/>
            <p:cNvCxnSpPr/>
            <p:nvPr/>
          </p:nvCxnSpPr>
          <p:spPr>
            <a:xfrm flipH="1">
              <a:off x="11636502" y="3552825"/>
              <a:ext cx="641223" cy="437197"/>
            </a:xfrm>
            <a:prstGeom prst="line">
              <a:avLst/>
            </a:prstGeom>
            <a:ln w="21907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結合線・接続線"/>
            <p:cNvCxnSpPr/>
            <p:nvPr/>
          </p:nvCxnSpPr>
          <p:spPr>
            <a:xfrm>
              <a:off x="12277725" y="3552825"/>
              <a:ext cx="641222" cy="437197"/>
            </a:xfrm>
            <a:prstGeom prst="line">
              <a:avLst/>
            </a:prstGeom>
            <a:ln w="21907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原子｜O"/>
            <p:cNvSpPr/>
            <p:nvPr/>
          </p:nvSpPr>
          <p:spPr>
            <a:xfrm>
              <a:off x="12034837" y="2561843"/>
              <a:ext cx="485775" cy="485775"/>
            </a:xfrm>
            <a:prstGeom prst="ellipse">
              <a:avLst/>
            </a:prstGeom>
            <a:solidFill>
              <a:srgbClr val="EF826B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文字｜O"/>
            <p:cNvSpPr txBox="1"/>
            <p:nvPr/>
          </p:nvSpPr>
          <p:spPr>
            <a:xfrm>
              <a:off x="12034837" y="2561843"/>
              <a:ext cx="485775" cy="48577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2065" b="0">
                  <a:solidFill>
                    <a:srgbClr val="111111"/>
                  </a:solidFill>
                  <a:latin typeface="Noto Sans CJK JP"/>
                </a:defRPr>
              </a:pPr>
              <a:r>
                <a:rPr sz="2065" b="0">
                  <a:solidFill>
                    <a:srgbClr val="111111"/>
                  </a:solidFill>
                  <a:latin typeface="Noto Sans CJK JP"/>
                  <a:ea typeface="Noto Sans CJK JP"/>
                </a:rPr>
                <a:t>O</a:t>
              </a:r>
            </a:p>
          </p:txBody>
        </p:sp>
        <p:sp>
          <p:nvSpPr>
            <p:cNvPr id="82" name="原子｜F"/>
            <p:cNvSpPr/>
            <p:nvPr/>
          </p:nvSpPr>
          <p:spPr>
            <a:xfrm>
              <a:off x="11413045" y="3766566"/>
              <a:ext cx="446913" cy="446913"/>
            </a:xfrm>
            <a:prstGeom prst="ellipse">
              <a:avLst/>
            </a:prstGeom>
            <a:solidFill>
              <a:srgbClr val="AED396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文字｜F"/>
            <p:cNvSpPr txBox="1"/>
            <p:nvPr/>
          </p:nvSpPr>
          <p:spPr>
            <a:xfrm>
              <a:off x="11413045" y="3766566"/>
              <a:ext cx="446913" cy="44691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900" b="0">
                  <a:solidFill>
                    <a:srgbClr val="111111"/>
                  </a:solidFill>
                  <a:latin typeface="Noto Sans CJK JP"/>
                </a:defRPr>
              </a:pPr>
              <a:r>
                <a:rPr sz="1900" b="0">
                  <a:solidFill>
                    <a:srgbClr val="111111"/>
                  </a:solidFill>
                  <a:latin typeface="Noto Sans CJK JP"/>
                  <a:ea typeface="Noto Sans CJK JP"/>
                </a:rPr>
                <a:t>F</a:t>
              </a:r>
            </a:p>
          </p:txBody>
        </p:sp>
        <p:sp>
          <p:nvSpPr>
            <p:cNvPr id="84" name="原子｜F"/>
            <p:cNvSpPr/>
            <p:nvPr/>
          </p:nvSpPr>
          <p:spPr>
            <a:xfrm>
              <a:off x="12695491" y="3766566"/>
              <a:ext cx="446913" cy="446913"/>
            </a:xfrm>
            <a:prstGeom prst="ellipse">
              <a:avLst/>
            </a:prstGeom>
            <a:solidFill>
              <a:srgbClr val="AED396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" name="文字｜F"/>
            <p:cNvSpPr txBox="1"/>
            <p:nvPr/>
          </p:nvSpPr>
          <p:spPr>
            <a:xfrm>
              <a:off x="12695491" y="3766566"/>
              <a:ext cx="446913" cy="44691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900" b="0">
                  <a:solidFill>
                    <a:srgbClr val="111111"/>
                  </a:solidFill>
                  <a:latin typeface="Noto Sans CJK JP"/>
                </a:defRPr>
              </a:pPr>
              <a:r>
                <a:rPr sz="1900" b="0">
                  <a:solidFill>
                    <a:srgbClr val="111111"/>
                  </a:solidFill>
                  <a:latin typeface="Noto Sans CJK JP"/>
                  <a:ea typeface="Noto Sans CJK JP"/>
                </a:rPr>
                <a:t>F</a:t>
              </a:r>
            </a:p>
          </p:txBody>
        </p:sp>
        <p:sp>
          <p:nvSpPr>
            <p:cNvPr id="86" name="原子｜C"/>
            <p:cNvSpPr/>
            <p:nvPr/>
          </p:nvSpPr>
          <p:spPr>
            <a:xfrm>
              <a:off x="12015406" y="3290506"/>
              <a:ext cx="524637" cy="524637"/>
            </a:xfrm>
            <a:prstGeom prst="ellipse">
              <a:avLst/>
            </a:prstGeom>
            <a:solidFill>
              <a:srgbClr val="555958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" name="文字｜C"/>
            <p:cNvSpPr txBox="1"/>
            <p:nvPr/>
          </p:nvSpPr>
          <p:spPr>
            <a:xfrm>
              <a:off x="12015406" y="3290506"/>
              <a:ext cx="524637" cy="52463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2230" b="0">
                  <a:solidFill>
                    <a:srgbClr val="FFFFFF"/>
                  </a:solidFill>
                  <a:latin typeface="Noto Sans CJK JP"/>
                </a:defRPr>
              </a:pPr>
              <a:r>
                <a:rPr sz="2230" b="0">
                  <a:solidFill>
                    <a:srgbClr val="FFFFFF"/>
                  </a:solidFill>
                  <a:latin typeface="Noto Sans CJK JP"/>
                  <a:ea typeface="Noto Sans CJK JP"/>
                </a:rPr>
                <a:t>C</a:t>
              </a:r>
            </a:p>
          </p:txBody>
        </p:sp>
      </p:grpSp>
      <p:sp>
        <p:nvSpPr>
          <p:cNvPr id="88" name="文字｜+"/>
          <p:cNvSpPr txBox="1"/>
          <p:nvPr/>
        </p:nvSpPr>
        <p:spPr>
          <a:xfrm>
            <a:off x="13192125" y="3209925"/>
            <a:ext cx="342900" cy="476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11111"/>
                </a:solidFill>
                <a:latin typeface="Noto Sans CJK JP"/>
              </a:defRPr>
            </a:pPr>
            <a:r>
              <a:rPr sz="2400" b="0">
                <a:solidFill>
                  <a:srgbClr val="111111"/>
                </a:solidFill>
                <a:latin typeface="Noto Sans CJK JP"/>
                <a:ea typeface="Noto Sans CJK JP"/>
              </a:rPr>
              <a:t>+</a:t>
            </a:r>
          </a:p>
        </p:txBody>
      </p:sp>
      <p:grpSp>
        <p:nvGrpSpPr>
          <p:cNvPr id="89" name="分子・化学種｜F"/>
          <p:cNvGrpSpPr/>
          <p:nvPr/>
        </p:nvGrpSpPr>
        <p:grpSpPr>
          <a:xfrm>
            <a:off x="13706475" y="3152775"/>
            <a:ext cx="533400" cy="533400"/>
            <a:chOff x="13706475" y="3152775"/>
            <a:chExt cx="533400" cy="533400"/>
          </a:xfrm>
        </p:grpSpPr>
        <p:sp>
          <p:nvSpPr>
            <p:cNvPr id="90" name="原子｜F"/>
            <p:cNvSpPr/>
            <p:nvPr/>
          </p:nvSpPr>
          <p:spPr>
            <a:xfrm>
              <a:off x="13706475" y="3152775"/>
              <a:ext cx="533400" cy="533400"/>
            </a:xfrm>
            <a:prstGeom prst="ellipse">
              <a:avLst/>
            </a:prstGeom>
            <a:solidFill>
              <a:srgbClr val="AED396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文字｜F"/>
            <p:cNvSpPr txBox="1"/>
            <p:nvPr/>
          </p:nvSpPr>
          <p:spPr>
            <a:xfrm>
              <a:off x="13706475" y="3152775"/>
              <a:ext cx="533400" cy="533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2268" b="0">
                  <a:solidFill>
                    <a:srgbClr val="111111"/>
                  </a:solidFill>
                  <a:latin typeface="Noto Sans CJK JP"/>
                </a:defRPr>
              </a:pPr>
              <a:r>
                <a:rPr sz="2268" b="0">
                  <a:solidFill>
                    <a:srgbClr val="111111"/>
                  </a:solidFill>
                  <a:latin typeface="Noto Sans CJK JP"/>
                  <a:ea typeface="Noto Sans CJK JP"/>
                </a:rPr>
                <a:t>F</a:t>
              </a:r>
            </a:p>
          </p:txBody>
        </p:sp>
      </p:grpSp>
      <p:sp>
        <p:nvSpPr>
          <p:cNvPr id="92" name="文字｜SF₅⁺ + F⁻ → SF₅ + F"/>
          <p:cNvSpPr txBox="1"/>
          <p:nvPr/>
        </p:nvSpPr>
        <p:spPr>
          <a:xfrm>
            <a:off x="381000" y="5572125"/>
            <a:ext cx="6858000" cy="581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11111"/>
                </a:solidFill>
                <a:latin typeface="Noto Sans CJK JP"/>
              </a:defRPr>
            </a:pPr>
            <a:r>
              <a:rPr sz="2400" b="0">
                <a:solidFill>
                  <a:srgbClr val="111111"/>
                </a:solidFill>
                <a:latin typeface="Noto Sans CJK JP"/>
                <a:ea typeface="Noto Sans CJK JP"/>
              </a:rPr>
              <a:t>SF₅⁺ + F⁻ → SF₅ + F</a:t>
            </a:r>
          </a:p>
        </p:txBody>
      </p:sp>
      <p:grpSp>
        <p:nvGrpSpPr>
          <p:cNvPr id="93" name="分子・化学種｜SF5"/>
          <p:cNvGrpSpPr/>
          <p:nvPr/>
        </p:nvGrpSpPr>
        <p:grpSpPr>
          <a:xfrm>
            <a:off x="523874" y="6457950"/>
            <a:ext cx="1695451" cy="1685925"/>
            <a:chOff x="523874" y="6457950"/>
            <a:chExt cx="1695451" cy="1685925"/>
          </a:xfrm>
        </p:grpSpPr>
        <p:cxnSp>
          <p:nvCxnSpPr>
            <p:cNvPr id="94" name="結合線・接続線"/>
            <p:cNvCxnSpPr/>
            <p:nvPr/>
          </p:nvCxnSpPr>
          <p:spPr>
            <a:xfrm flipV="1">
              <a:off x="1371600" y="6677025"/>
              <a:ext cx="0" cy="723900"/>
            </a:xfrm>
            <a:prstGeom prst="line">
              <a:avLst/>
            </a:prstGeom>
            <a:ln w="21907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結合線・接続線"/>
            <p:cNvCxnSpPr/>
            <p:nvPr/>
          </p:nvCxnSpPr>
          <p:spPr>
            <a:xfrm flipH="1" flipV="1">
              <a:off x="742950" y="7134225"/>
              <a:ext cx="628650" cy="266700"/>
            </a:xfrm>
            <a:prstGeom prst="line">
              <a:avLst/>
            </a:prstGeom>
            <a:ln w="21907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結合線・接続線"/>
            <p:cNvCxnSpPr/>
            <p:nvPr/>
          </p:nvCxnSpPr>
          <p:spPr>
            <a:xfrm flipV="1">
              <a:off x="1371600" y="7134225"/>
              <a:ext cx="628650" cy="266700"/>
            </a:xfrm>
            <a:prstGeom prst="line">
              <a:avLst/>
            </a:prstGeom>
            <a:ln w="21907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結合線・接続線"/>
            <p:cNvCxnSpPr/>
            <p:nvPr/>
          </p:nvCxnSpPr>
          <p:spPr>
            <a:xfrm flipH="1">
              <a:off x="962024" y="7400925"/>
              <a:ext cx="409576" cy="523874"/>
            </a:xfrm>
            <a:prstGeom prst="line">
              <a:avLst/>
            </a:prstGeom>
            <a:ln w="21907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結合線・接続線"/>
            <p:cNvCxnSpPr/>
            <p:nvPr/>
          </p:nvCxnSpPr>
          <p:spPr>
            <a:xfrm>
              <a:off x="1371600" y="7400925"/>
              <a:ext cx="409575" cy="523874"/>
            </a:xfrm>
            <a:prstGeom prst="line">
              <a:avLst/>
            </a:prstGeom>
            <a:ln w="21907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原子｜F"/>
            <p:cNvSpPr/>
            <p:nvPr/>
          </p:nvSpPr>
          <p:spPr>
            <a:xfrm>
              <a:off x="1152525" y="6457950"/>
              <a:ext cx="438150" cy="438150"/>
            </a:xfrm>
            <a:prstGeom prst="ellipse">
              <a:avLst/>
            </a:prstGeom>
            <a:solidFill>
              <a:srgbClr val="AED396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" name="文字｜F"/>
            <p:cNvSpPr txBox="1"/>
            <p:nvPr/>
          </p:nvSpPr>
          <p:spPr>
            <a:xfrm>
              <a:off x="1152525" y="6457950"/>
              <a:ext cx="438150" cy="43815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863" b="0">
                  <a:solidFill>
                    <a:srgbClr val="111111"/>
                  </a:solidFill>
                  <a:latin typeface="Noto Sans CJK JP"/>
                </a:defRPr>
              </a:pPr>
              <a:r>
                <a:rPr sz="1863" b="0">
                  <a:solidFill>
                    <a:srgbClr val="111111"/>
                  </a:solidFill>
                  <a:latin typeface="Noto Sans CJK JP"/>
                  <a:ea typeface="Noto Sans CJK JP"/>
                </a:rPr>
                <a:t>F</a:t>
              </a:r>
            </a:p>
          </p:txBody>
        </p:sp>
        <p:sp>
          <p:nvSpPr>
            <p:cNvPr id="101" name="原子｜F"/>
            <p:cNvSpPr/>
            <p:nvPr/>
          </p:nvSpPr>
          <p:spPr>
            <a:xfrm>
              <a:off x="523874" y="6915150"/>
              <a:ext cx="438150" cy="438150"/>
            </a:xfrm>
            <a:prstGeom prst="ellipse">
              <a:avLst/>
            </a:prstGeom>
            <a:solidFill>
              <a:srgbClr val="AED396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文字｜F"/>
            <p:cNvSpPr txBox="1"/>
            <p:nvPr/>
          </p:nvSpPr>
          <p:spPr>
            <a:xfrm>
              <a:off x="523874" y="6915150"/>
              <a:ext cx="438150" cy="43815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863" b="0">
                  <a:solidFill>
                    <a:srgbClr val="111111"/>
                  </a:solidFill>
                  <a:latin typeface="Noto Sans CJK JP"/>
                </a:defRPr>
              </a:pPr>
              <a:r>
                <a:rPr sz="1863" b="0">
                  <a:solidFill>
                    <a:srgbClr val="111111"/>
                  </a:solidFill>
                  <a:latin typeface="Noto Sans CJK JP"/>
                  <a:ea typeface="Noto Sans CJK JP"/>
                </a:rPr>
                <a:t>F</a:t>
              </a:r>
            </a:p>
          </p:txBody>
        </p:sp>
        <p:sp>
          <p:nvSpPr>
            <p:cNvPr id="103" name="原子｜F"/>
            <p:cNvSpPr/>
            <p:nvPr/>
          </p:nvSpPr>
          <p:spPr>
            <a:xfrm>
              <a:off x="1781175" y="6915150"/>
              <a:ext cx="438150" cy="438150"/>
            </a:xfrm>
            <a:prstGeom prst="ellipse">
              <a:avLst/>
            </a:prstGeom>
            <a:solidFill>
              <a:srgbClr val="AED396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" name="文字｜F"/>
            <p:cNvSpPr txBox="1"/>
            <p:nvPr/>
          </p:nvSpPr>
          <p:spPr>
            <a:xfrm>
              <a:off x="1781175" y="6915150"/>
              <a:ext cx="438150" cy="43815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863" b="0">
                  <a:solidFill>
                    <a:srgbClr val="111111"/>
                  </a:solidFill>
                  <a:latin typeface="Noto Sans CJK JP"/>
                </a:defRPr>
              </a:pPr>
              <a:r>
                <a:rPr sz="1863" b="0">
                  <a:solidFill>
                    <a:srgbClr val="111111"/>
                  </a:solidFill>
                  <a:latin typeface="Noto Sans CJK JP"/>
                  <a:ea typeface="Noto Sans CJK JP"/>
                </a:rPr>
                <a:t>F</a:t>
              </a:r>
            </a:p>
          </p:txBody>
        </p:sp>
        <p:sp>
          <p:nvSpPr>
            <p:cNvPr id="105" name="原子｜F"/>
            <p:cNvSpPr/>
            <p:nvPr/>
          </p:nvSpPr>
          <p:spPr>
            <a:xfrm>
              <a:off x="742950" y="7705725"/>
              <a:ext cx="438150" cy="438150"/>
            </a:xfrm>
            <a:prstGeom prst="ellipse">
              <a:avLst/>
            </a:prstGeom>
            <a:solidFill>
              <a:srgbClr val="AED396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" name="文字｜F"/>
            <p:cNvSpPr txBox="1"/>
            <p:nvPr/>
          </p:nvSpPr>
          <p:spPr>
            <a:xfrm>
              <a:off x="742950" y="7705725"/>
              <a:ext cx="438150" cy="43815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863" b="0">
                  <a:solidFill>
                    <a:srgbClr val="111111"/>
                  </a:solidFill>
                  <a:latin typeface="Noto Sans CJK JP"/>
                </a:defRPr>
              </a:pPr>
              <a:r>
                <a:rPr sz="1863" b="0">
                  <a:solidFill>
                    <a:srgbClr val="111111"/>
                  </a:solidFill>
                  <a:latin typeface="Noto Sans CJK JP"/>
                  <a:ea typeface="Noto Sans CJK JP"/>
                </a:rPr>
                <a:t>F</a:t>
              </a:r>
            </a:p>
          </p:txBody>
        </p:sp>
        <p:sp>
          <p:nvSpPr>
            <p:cNvPr id="107" name="原子｜F"/>
            <p:cNvSpPr/>
            <p:nvPr/>
          </p:nvSpPr>
          <p:spPr>
            <a:xfrm>
              <a:off x="1562100" y="7705725"/>
              <a:ext cx="438150" cy="438150"/>
            </a:xfrm>
            <a:prstGeom prst="ellipse">
              <a:avLst/>
            </a:prstGeom>
            <a:solidFill>
              <a:srgbClr val="AED396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" name="文字｜F"/>
            <p:cNvSpPr txBox="1"/>
            <p:nvPr/>
          </p:nvSpPr>
          <p:spPr>
            <a:xfrm>
              <a:off x="1562100" y="7705725"/>
              <a:ext cx="438150" cy="43815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863" b="0">
                  <a:solidFill>
                    <a:srgbClr val="111111"/>
                  </a:solidFill>
                  <a:latin typeface="Noto Sans CJK JP"/>
                </a:defRPr>
              </a:pPr>
              <a:r>
                <a:rPr sz="1863" b="0">
                  <a:solidFill>
                    <a:srgbClr val="111111"/>
                  </a:solidFill>
                  <a:latin typeface="Noto Sans CJK JP"/>
                  <a:ea typeface="Noto Sans CJK JP"/>
                </a:rPr>
                <a:t>F</a:t>
              </a:r>
            </a:p>
          </p:txBody>
        </p:sp>
        <p:sp>
          <p:nvSpPr>
            <p:cNvPr id="109" name="原子｜S"/>
            <p:cNvSpPr/>
            <p:nvPr/>
          </p:nvSpPr>
          <p:spPr>
            <a:xfrm>
              <a:off x="1114425" y="7143750"/>
              <a:ext cx="514350" cy="514350"/>
            </a:xfrm>
            <a:prstGeom prst="ellipse">
              <a:avLst/>
            </a:prstGeom>
            <a:solidFill>
              <a:srgbClr val="F4CB59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" name="文字｜S"/>
            <p:cNvSpPr txBox="1"/>
            <p:nvPr/>
          </p:nvSpPr>
          <p:spPr>
            <a:xfrm>
              <a:off x="1114425" y="7143750"/>
              <a:ext cx="514350" cy="51435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2187" b="0">
                  <a:solidFill>
                    <a:srgbClr val="111111"/>
                  </a:solidFill>
                  <a:latin typeface="Noto Sans CJK JP"/>
                </a:defRPr>
              </a:pPr>
              <a:r>
                <a:rPr sz="2187" b="0">
                  <a:solidFill>
                    <a:srgbClr val="111111"/>
                  </a:solidFill>
                  <a:latin typeface="Noto Sans CJK JP"/>
                  <a:ea typeface="Noto Sans CJK JP"/>
                </a:rPr>
                <a:t>S</a:t>
              </a:r>
            </a:p>
          </p:txBody>
        </p:sp>
      </p:grpSp>
      <p:grpSp>
        <p:nvGrpSpPr>
          <p:cNvPr id="111" name="イオン全体の括弧・電荷"/>
          <p:cNvGrpSpPr/>
          <p:nvPr/>
        </p:nvGrpSpPr>
        <p:grpSpPr>
          <a:xfrm>
            <a:off x="381000" y="6238875"/>
            <a:ext cx="2286000" cy="1990725"/>
            <a:chOff x="381000" y="6238875"/>
            <a:chExt cx="2286000" cy="1990725"/>
          </a:xfrm>
        </p:grpSpPr>
        <p:cxnSp>
          <p:nvCxnSpPr>
            <p:cNvPr id="112" name="結合線・接続線"/>
            <p:cNvCxnSpPr/>
            <p:nvPr/>
          </p:nvCxnSpPr>
          <p:spPr>
            <a:xfrm flipH="1">
              <a:off x="381000" y="6429375"/>
              <a:ext cx="123825" cy="0"/>
            </a:xfrm>
            <a:prstGeom prst="line">
              <a:avLst/>
            </a:prstGeom>
            <a:ln w="22859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結合線・接続線"/>
            <p:cNvCxnSpPr/>
            <p:nvPr/>
          </p:nvCxnSpPr>
          <p:spPr>
            <a:xfrm>
              <a:off x="381000" y="6429375"/>
              <a:ext cx="0" cy="1800225"/>
            </a:xfrm>
            <a:prstGeom prst="line">
              <a:avLst/>
            </a:prstGeom>
            <a:ln w="22859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結合線・接続線"/>
            <p:cNvCxnSpPr/>
            <p:nvPr/>
          </p:nvCxnSpPr>
          <p:spPr>
            <a:xfrm>
              <a:off x="381000" y="8229600"/>
              <a:ext cx="123825" cy="0"/>
            </a:xfrm>
            <a:prstGeom prst="line">
              <a:avLst/>
            </a:prstGeom>
            <a:ln w="22859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結合線・接続線"/>
            <p:cNvCxnSpPr/>
            <p:nvPr/>
          </p:nvCxnSpPr>
          <p:spPr>
            <a:xfrm>
              <a:off x="2228850" y="6429375"/>
              <a:ext cx="123825" cy="0"/>
            </a:xfrm>
            <a:prstGeom prst="line">
              <a:avLst/>
            </a:prstGeom>
            <a:ln w="22859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結合線・接続線"/>
            <p:cNvCxnSpPr/>
            <p:nvPr/>
          </p:nvCxnSpPr>
          <p:spPr>
            <a:xfrm>
              <a:off x="2352675" y="6429375"/>
              <a:ext cx="0" cy="1800225"/>
            </a:xfrm>
            <a:prstGeom prst="line">
              <a:avLst/>
            </a:prstGeom>
            <a:ln w="22859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結合線・接続線"/>
            <p:cNvCxnSpPr/>
            <p:nvPr/>
          </p:nvCxnSpPr>
          <p:spPr>
            <a:xfrm flipH="1">
              <a:off x="2228850" y="8229600"/>
              <a:ext cx="123825" cy="0"/>
            </a:xfrm>
            <a:prstGeom prst="line">
              <a:avLst/>
            </a:prstGeom>
            <a:ln w="22859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文字｜+"/>
            <p:cNvSpPr txBox="1"/>
            <p:nvPr/>
          </p:nvSpPr>
          <p:spPr>
            <a:xfrm>
              <a:off x="2400300" y="6238875"/>
              <a:ext cx="266700" cy="36195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2250" b="0">
                  <a:solidFill>
                    <a:srgbClr val="111111"/>
                  </a:solidFill>
                  <a:latin typeface="Noto Sans CJK JP"/>
                </a:defRPr>
              </a:pPr>
              <a:r>
                <a:rPr sz="2250" b="0">
                  <a:solidFill>
                    <a:srgbClr val="111111"/>
                  </a:solidFill>
                  <a:latin typeface="Noto Sans CJK JP"/>
                  <a:ea typeface="Noto Sans CJK JP"/>
                </a:rPr>
                <a:t>+</a:t>
              </a:r>
            </a:p>
          </p:txBody>
        </p:sp>
      </p:grpSp>
      <p:sp>
        <p:nvSpPr>
          <p:cNvPr id="119" name="文字｜+"/>
          <p:cNvSpPr txBox="1"/>
          <p:nvPr/>
        </p:nvSpPr>
        <p:spPr>
          <a:xfrm>
            <a:off x="2438400" y="7162800"/>
            <a:ext cx="342900" cy="476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11111"/>
                </a:solidFill>
                <a:latin typeface="Noto Sans CJK JP"/>
              </a:defRPr>
            </a:pPr>
            <a:r>
              <a:rPr sz="2400" b="0">
                <a:solidFill>
                  <a:srgbClr val="111111"/>
                </a:solidFill>
                <a:latin typeface="Noto Sans CJK JP"/>
                <a:ea typeface="Noto Sans CJK JP"/>
              </a:rPr>
              <a:t>+</a:t>
            </a:r>
          </a:p>
        </p:txBody>
      </p:sp>
      <p:grpSp>
        <p:nvGrpSpPr>
          <p:cNvPr id="120" name="分子・化学種｜F"/>
          <p:cNvGrpSpPr/>
          <p:nvPr/>
        </p:nvGrpSpPr>
        <p:grpSpPr>
          <a:xfrm>
            <a:off x="3028950" y="7134225"/>
            <a:ext cx="533400" cy="533400"/>
            <a:chOff x="3028950" y="7134225"/>
            <a:chExt cx="533400" cy="533400"/>
          </a:xfrm>
        </p:grpSpPr>
        <p:sp>
          <p:nvSpPr>
            <p:cNvPr id="121" name="原子｜F"/>
            <p:cNvSpPr/>
            <p:nvPr/>
          </p:nvSpPr>
          <p:spPr>
            <a:xfrm>
              <a:off x="3028950" y="7134225"/>
              <a:ext cx="533400" cy="533400"/>
            </a:xfrm>
            <a:prstGeom prst="ellipse">
              <a:avLst/>
            </a:prstGeom>
            <a:solidFill>
              <a:srgbClr val="AED396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" name="文字｜F"/>
            <p:cNvSpPr txBox="1"/>
            <p:nvPr/>
          </p:nvSpPr>
          <p:spPr>
            <a:xfrm>
              <a:off x="3028950" y="7134225"/>
              <a:ext cx="533400" cy="533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2268" b="0">
                  <a:solidFill>
                    <a:srgbClr val="111111"/>
                  </a:solidFill>
                  <a:latin typeface="Noto Sans CJK JP"/>
                </a:defRPr>
              </a:pPr>
              <a:r>
                <a:rPr sz="2268" b="0">
                  <a:solidFill>
                    <a:srgbClr val="111111"/>
                  </a:solidFill>
                  <a:latin typeface="Noto Sans CJK JP"/>
                  <a:ea typeface="Noto Sans CJK JP"/>
                </a:rPr>
                <a:t>F</a:t>
              </a:r>
            </a:p>
          </p:txBody>
        </p:sp>
      </p:grpSp>
      <p:grpSp>
        <p:nvGrpSpPr>
          <p:cNvPr id="123" name="イオン全体の括弧・電荷"/>
          <p:cNvGrpSpPr/>
          <p:nvPr/>
        </p:nvGrpSpPr>
        <p:grpSpPr>
          <a:xfrm>
            <a:off x="2933700" y="6829425"/>
            <a:ext cx="1038224" cy="962025"/>
            <a:chOff x="2933700" y="6829425"/>
            <a:chExt cx="1038224" cy="962025"/>
          </a:xfrm>
        </p:grpSpPr>
        <p:cxnSp>
          <p:nvCxnSpPr>
            <p:cNvPr id="124" name="結合線・接続線"/>
            <p:cNvCxnSpPr/>
            <p:nvPr/>
          </p:nvCxnSpPr>
          <p:spPr>
            <a:xfrm flipH="1">
              <a:off x="2933700" y="7019925"/>
              <a:ext cx="123825" cy="0"/>
            </a:xfrm>
            <a:prstGeom prst="line">
              <a:avLst/>
            </a:prstGeom>
            <a:ln w="22859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結合線・接続線"/>
            <p:cNvCxnSpPr/>
            <p:nvPr/>
          </p:nvCxnSpPr>
          <p:spPr>
            <a:xfrm>
              <a:off x="2933700" y="7019925"/>
              <a:ext cx="0" cy="771525"/>
            </a:xfrm>
            <a:prstGeom prst="line">
              <a:avLst/>
            </a:prstGeom>
            <a:ln w="22859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結合線・接続線"/>
            <p:cNvCxnSpPr/>
            <p:nvPr/>
          </p:nvCxnSpPr>
          <p:spPr>
            <a:xfrm>
              <a:off x="2933700" y="7791450"/>
              <a:ext cx="123825" cy="0"/>
            </a:xfrm>
            <a:prstGeom prst="line">
              <a:avLst/>
            </a:prstGeom>
            <a:ln w="22859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結合線・接続線"/>
            <p:cNvCxnSpPr/>
            <p:nvPr/>
          </p:nvCxnSpPr>
          <p:spPr>
            <a:xfrm>
              <a:off x="3533775" y="7019925"/>
              <a:ext cx="123825" cy="0"/>
            </a:xfrm>
            <a:prstGeom prst="line">
              <a:avLst/>
            </a:prstGeom>
            <a:ln w="22859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結合線・接続線"/>
            <p:cNvCxnSpPr/>
            <p:nvPr/>
          </p:nvCxnSpPr>
          <p:spPr>
            <a:xfrm>
              <a:off x="3657600" y="7019925"/>
              <a:ext cx="0" cy="771525"/>
            </a:xfrm>
            <a:prstGeom prst="line">
              <a:avLst/>
            </a:prstGeom>
            <a:ln w="22859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結合線・接続線"/>
            <p:cNvCxnSpPr/>
            <p:nvPr/>
          </p:nvCxnSpPr>
          <p:spPr>
            <a:xfrm flipH="1">
              <a:off x="3533775" y="7791450"/>
              <a:ext cx="123825" cy="0"/>
            </a:xfrm>
            <a:prstGeom prst="line">
              <a:avLst/>
            </a:prstGeom>
            <a:ln w="22859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0" name="文字｜−"/>
            <p:cNvSpPr txBox="1"/>
            <p:nvPr/>
          </p:nvSpPr>
          <p:spPr>
            <a:xfrm>
              <a:off x="3705224" y="6829425"/>
              <a:ext cx="266700" cy="36195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2250" b="0">
                  <a:solidFill>
                    <a:srgbClr val="111111"/>
                  </a:solidFill>
                  <a:latin typeface="Noto Sans CJK JP"/>
                </a:defRPr>
              </a:pPr>
              <a:r>
                <a:rPr sz="2250" b="0">
                  <a:solidFill>
                    <a:srgbClr val="111111"/>
                  </a:solidFill>
                  <a:latin typeface="Noto Sans CJK JP"/>
                  <a:ea typeface="Noto Sans CJK JP"/>
                </a:rPr>
                <a:t>−</a:t>
              </a:r>
            </a:p>
          </p:txBody>
        </p:sp>
      </p:grpSp>
      <p:cxnSp>
        <p:nvCxnSpPr>
          <p:cNvPr id="131" name="結合線・接続線"/>
          <p:cNvCxnSpPr/>
          <p:nvPr/>
        </p:nvCxnSpPr>
        <p:spPr>
          <a:xfrm>
            <a:off x="3943350" y="7419975"/>
            <a:ext cx="485775" cy="0"/>
          </a:xfrm>
          <a:prstGeom prst="line">
            <a:avLst/>
          </a:prstGeom>
          <a:ln w="20955">
            <a:solidFill>
              <a:srgbClr val="11111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2" name="分子・化学種｜SF5"/>
          <p:cNvGrpSpPr/>
          <p:nvPr/>
        </p:nvGrpSpPr>
        <p:grpSpPr>
          <a:xfrm>
            <a:off x="4629150" y="6457950"/>
            <a:ext cx="1695450" cy="1685925"/>
            <a:chOff x="4629150" y="6457950"/>
            <a:chExt cx="1695450" cy="1685925"/>
          </a:xfrm>
        </p:grpSpPr>
        <p:cxnSp>
          <p:nvCxnSpPr>
            <p:cNvPr id="133" name="結合線・接続線"/>
            <p:cNvCxnSpPr/>
            <p:nvPr/>
          </p:nvCxnSpPr>
          <p:spPr>
            <a:xfrm flipV="1">
              <a:off x="5476875" y="6677025"/>
              <a:ext cx="0" cy="723900"/>
            </a:xfrm>
            <a:prstGeom prst="line">
              <a:avLst/>
            </a:prstGeom>
            <a:ln w="21907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結合線・接続線"/>
            <p:cNvCxnSpPr/>
            <p:nvPr/>
          </p:nvCxnSpPr>
          <p:spPr>
            <a:xfrm flipH="1" flipV="1">
              <a:off x="4848225" y="7134225"/>
              <a:ext cx="628650" cy="266700"/>
            </a:xfrm>
            <a:prstGeom prst="line">
              <a:avLst/>
            </a:prstGeom>
            <a:ln w="21907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結合線・接続線"/>
            <p:cNvCxnSpPr/>
            <p:nvPr/>
          </p:nvCxnSpPr>
          <p:spPr>
            <a:xfrm flipV="1">
              <a:off x="5476875" y="7134225"/>
              <a:ext cx="628650" cy="266700"/>
            </a:xfrm>
            <a:prstGeom prst="line">
              <a:avLst/>
            </a:prstGeom>
            <a:ln w="21907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結合線・接続線"/>
            <p:cNvCxnSpPr/>
            <p:nvPr/>
          </p:nvCxnSpPr>
          <p:spPr>
            <a:xfrm flipH="1">
              <a:off x="5067300" y="7400925"/>
              <a:ext cx="409575" cy="523874"/>
            </a:xfrm>
            <a:prstGeom prst="line">
              <a:avLst/>
            </a:prstGeom>
            <a:ln w="21907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結合線・接続線"/>
            <p:cNvCxnSpPr/>
            <p:nvPr/>
          </p:nvCxnSpPr>
          <p:spPr>
            <a:xfrm>
              <a:off x="5476875" y="7400925"/>
              <a:ext cx="409575" cy="523874"/>
            </a:xfrm>
            <a:prstGeom prst="line">
              <a:avLst/>
            </a:prstGeom>
            <a:ln w="21907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8" name="原子｜F"/>
            <p:cNvSpPr/>
            <p:nvPr/>
          </p:nvSpPr>
          <p:spPr>
            <a:xfrm>
              <a:off x="5257800" y="6457950"/>
              <a:ext cx="438150" cy="438150"/>
            </a:xfrm>
            <a:prstGeom prst="ellipse">
              <a:avLst/>
            </a:prstGeom>
            <a:solidFill>
              <a:srgbClr val="AED396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9" name="文字｜F"/>
            <p:cNvSpPr txBox="1"/>
            <p:nvPr/>
          </p:nvSpPr>
          <p:spPr>
            <a:xfrm>
              <a:off x="5257800" y="6457950"/>
              <a:ext cx="438150" cy="43815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863" b="0">
                  <a:solidFill>
                    <a:srgbClr val="111111"/>
                  </a:solidFill>
                  <a:latin typeface="Noto Sans CJK JP"/>
                </a:defRPr>
              </a:pPr>
              <a:r>
                <a:rPr sz="1863" b="0">
                  <a:solidFill>
                    <a:srgbClr val="111111"/>
                  </a:solidFill>
                  <a:latin typeface="Noto Sans CJK JP"/>
                  <a:ea typeface="Noto Sans CJK JP"/>
                </a:rPr>
                <a:t>F</a:t>
              </a:r>
            </a:p>
          </p:txBody>
        </p:sp>
        <p:sp>
          <p:nvSpPr>
            <p:cNvPr id="140" name="原子｜F"/>
            <p:cNvSpPr/>
            <p:nvPr/>
          </p:nvSpPr>
          <p:spPr>
            <a:xfrm>
              <a:off x="4629150" y="6915150"/>
              <a:ext cx="438150" cy="438150"/>
            </a:xfrm>
            <a:prstGeom prst="ellipse">
              <a:avLst/>
            </a:prstGeom>
            <a:solidFill>
              <a:srgbClr val="AED396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1" name="文字｜F"/>
            <p:cNvSpPr txBox="1"/>
            <p:nvPr/>
          </p:nvSpPr>
          <p:spPr>
            <a:xfrm>
              <a:off x="4629150" y="6915150"/>
              <a:ext cx="438150" cy="43815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863" b="0">
                  <a:solidFill>
                    <a:srgbClr val="111111"/>
                  </a:solidFill>
                  <a:latin typeface="Noto Sans CJK JP"/>
                </a:defRPr>
              </a:pPr>
              <a:r>
                <a:rPr sz="1863" b="0">
                  <a:solidFill>
                    <a:srgbClr val="111111"/>
                  </a:solidFill>
                  <a:latin typeface="Noto Sans CJK JP"/>
                  <a:ea typeface="Noto Sans CJK JP"/>
                </a:rPr>
                <a:t>F</a:t>
              </a:r>
            </a:p>
          </p:txBody>
        </p:sp>
        <p:sp>
          <p:nvSpPr>
            <p:cNvPr id="142" name="原子｜F"/>
            <p:cNvSpPr/>
            <p:nvPr/>
          </p:nvSpPr>
          <p:spPr>
            <a:xfrm>
              <a:off x="5886450" y="6915150"/>
              <a:ext cx="438150" cy="438150"/>
            </a:xfrm>
            <a:prstGeom prst="ellipse">
              <a:avLst/>
            </a:prstGeom>
            <a:solidFill>
              <a:srgbClr val="AED396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3" name="文字｜F"/>
            <p:cNvSpPr txBox="1"/>
            <p:nvPr/>
          </p:nvSpPr>
          <p:spPr>
            <a:xfrm>
              <a:off x="5886450" y="6915150"/>
              <a:ext cx="438150" cy="43815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863" b="0">
                  <a:solidFill>
                    <a:srgbClr val="111111"/>
                  </a:solidFill>
                  <a:latin typeface="Noto Sans CJK JP"/>
                </a:defRPr>
              </a:pPr>
              <a:r>
                <a:rPr sz="1863" b="0">
                  <a:solidFill>
                    <a:srgbClr val="111111"/>
                  </a:solidFill>
                  <a:latin typeface="Noto Sans CJK JP"/>
                  <a:ea typeface="Noto Sans CJK JP"/>
                </a:rPr>
                <a:t>F</a:t>
              </a:r>
            </a:p>
          </p:txBody>
        </p:sp>
        <p:sp>
          <p:nvSpPr>
            <p:cNvPr id="144" name="原子｜F"/>
            <p:cNvSpPr/>
            <p:nvPr/>
          </p:nvSpPr>
          <p:spPr>
            <a:xfrm>
              <a:off x="4848225" y="7705725"/>
              <a:ext cx="438150" cy="438150"/>
            </a:xfrm>
            <a:prstGeom prst="ellipse">
              <a:avLst/>
            </a:prstGeom>
            <a:solidFill>
              <a:srgbClr val="AED396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5" name="文字｜F"/>
            <p:cNvSpPr txBox="1"/>
            <p:nvPr/>
          </p:nvSpPr>
          <p:spPr>
            <a:xfrm>
              <a:off x="4848225" y="7705725"/>
              <a:ext cx="438150" cy="43815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863" b="0">
                  <a:solidFill>
                    <a:srgbClr val="111111"/>
                  </a:solidFill>
                  <a:latin typeface="Noto Sans CJK JP"/>
                </a:defRPr>
              </a:pPr>
              <a:r>
                <a:rPr sz="1863" b="0">
                  <a:solidFill>
                    <a:srgbClr val="111111"/>
                  </a:solidFill>
                  <a:latin typeface="Noto Sans CJK JP"/>
                  <a:ea typeface="Noto Sans CJK JP"/>
                </a:rPr>
                <a:t>F</a:t>
              </a:r>
            </a:p>
          </p:txBody>
        </p:sp>
        <p:sp>
          <p:nvSpPr>
            <p:cNvPr id="146" name="原子｜F"/>
            <p:cNvSpPr/>
            <p:nvPr/>
          </p:nvSpPr>
          <p:spPr>
            <a:xfrm>
              <a:off x="5667375" y="7705725"/>
              <a:ext cx="438150" cy="438150"/>
            </a:xfrm>
            <a:prstGeom prst="ellipse">
              <a:avLst/>
            </a:prstGeom>
            <a:solidFill>
              <a:srgbClr val="AED396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7" name="文字｜F"/>
            <p:cNvSpPr txBox="1"/>
            <p:nvPr/>
          </p:nvSpPr>
          <p:spPr>
            <a:xfrm>
              <a:off x="5667375" y="7705725"/>
              <a:ext cx="438150" cy="43815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863" b="0">
                  <a:solidFill>
                    <a:srgbClr val="111111"/>
                  </a:solidFill>
                  <a:latin typeface="Noto Sans CJK JP"/>
                </a:defRPr>
              </a:pPr>
              <a:r>
                <a:rPr sz="1863" b="0">
                  <a:solidFill>
                    <a:srgbClr val="111111"/>
                  </a:solidFill>
                  <a:latin typeface="Noto Sans CJK JP"/>
                  <a:ea typeface="Noto Sans CJK JP"/>
                </a:rPr>
                <a:t>F</a:t>
              </a:r>
            </a:p>
          </p:txBody>
        </p:sp>
        <p:sp>
          <p:nvSpPr>
            <p:cNvPr id="148" name="原子｜S"/>
            <p:cNvSpPr/>
            <p:nvPr/>
          </p:nvSpPr>
          <p:spPr>
            <a:xfrm>
              <a:off x="5219700" y="7143750"/>
              <a:ext cx="514350" cy="514350"/>
            </a:xfrm>
            <a:prstGeom prst="ellipse">
              <a:avLst/>
            </a:prstGeom>
            <a:solidFill>
              <a:srgbClr val="F4CB59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9" name="文字｜S"/>
            <p:cNvSpPr txBox="1"/>
            <p:nvPr/>
          </p:nvSpPr>
          <p:spPr>
            <a:xfrm>
              <a:off x="5219700" y="7143750"/>
              <a:ext cx="514350" cy="51435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2187" b="0">
                  <a:solidFill>
                    <a:srgbClr val="111111"/>
                  </a:solidFill>
                  <a:latin typeface="Noto Sans CJK JP"/>
                </a:defRPr>
              </a:pPr>
              <a:r>
                <a:rPr sz="2187" b="0">
                  <a:solidFill>
                    <a:srgbClr val="111111"/>
                  </a:solidFill>
                  <a:latin typeface="Noto Sans CJK JP"/>
                  <a:ea typeface="Noto Sans CJK JP"/>
                </a:rPr>
                <a:t>S</a:t>
              </a:r>
            </a:p>
          </p:txBody>
        </p:sp>
      </p:grpSp>
      <p:sp>
        <p:nvSpPr>
          <p:cNvPr id="150" name="文字｜+"/>
          <p:cNvSpPr txBox="1"/>
          <p:nvPr/>
        </p:nvSpPr>
        <p:spPr>
          <a:xfrm>
            <a:off x="6381750" y="7162800"/>
            <a:ext cx="342900" cy="476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11111"/>
                </a:solidFill>
                <a:latin typeface="Noto Sans CJK JP"/>
              </a:defRPr>
            </a:pPr>
            <a:r>
              <a:rPr sz="2400" b="0">
                <a:solidFill>
                  <a:srgbClr val="111111"/>
                </a:solidFill>
                <a:latin typeface="Noto Sans CJK JP"/>
                <a:ea typeface="Noto Sans CJK JP"/>
              </a:rPr>
              <a:t>+</a:t>
            </a:r>
          </a:p>
        </p:txBody>
      </p:sp>
      <p:grpSp>
        <p:nvGrpSpPr>
          <p:cNvPr id="151" name="分子・化学種｜F"/>
          <p:cNvGrpSpPr/>
          <p:nvPr/>
        </p:nvGrpSpPr>
        <p:grpSpPr>
          <a:xfrm>
            <a:off x="6791325" y="7134225"/>
            <a:ext cx="533400" cy="533400"/>
            <a:chOff x="6791325" y="7134225"/>
            <a:chExt cx="533400" cy="533400"/>
          </a:xfrm>
        </p:grpSpPr>
        <p:sp>
          <p:nvSpPr>
            <p:cNvPr id="152" name="原子｜F"/>
            <p:cNvSpPr/>
            <p:nvPr/>
          </p:nvSpPr>
          <p:spPr>
            <a:xfrm>
              <a:off x="6791325" y="7134225"/>
              <a:ext cx="533400" cy="533400"/>
            </a:xfrm>
            <a:prstGeom prst="ellipse">
              <a:avLst/>
            </a:prstGeom>
            <a:solidFill>
              <a:srgbClr val="AED396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3" name="文字｜F"/>
            <p:cNvSpPr txBox="1"/>
            <p:nvPr/>
          </p:nvSpPr>
          <p:spPr>
            <a:xfrm>
              <a:off x="6791325" y="7134225"/>
              <a:ext cx="533400" cy="533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2268" b="0">
                  <a:solidFill>
                    <a:srgbClr val="111111"/>
                  </a:solidFill>
                  <a:latin typeface="Noto Sans CJK JP"/>
                </a:defRPr>
              </a:pPr>
              <a:r>
                <a:rPr sz="2268" b="0">
                  <a:solidFill>
                    <a:srgbClr val="111111"/>
                  </a:solidFill>
                  <a:latin typeface="Noto Sans CJK JP"/>
                  <a:ea typeface="Noto Sans CJK JP"/>
                </a:rPr>
                <a:t>F</a:t>
              </a:r>
            </a:p>
          </p:txBody>
        </p:sp>
      </p:grpSp>
      <p:sp>
        <p:nvSpPr>
          <p:cNvPr id="154" name="文字｜F⁻ + F → F + F + e⁻"/>
          <p:cNvSpPr txBox="1"/>
          <p:nvPr/>
        </p:nvSpPr>
        <p:spPr>
          <a:xfrm>
            <a:off x="7953374" y="5572125"/>
            <a:ext cx="6219825" cy="581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11111"/>
                </a:solidFill>
                <a:latin typeface="Noto Sans CJK JP"/>
              </a:defRPr>
            </a:pPr>
            <a:r>
              <a:rPr sz="2400" b="0">
                <a:solidFill>
                  <a:srgbClr val="111111"/>
                </a:solidFill>
                <a:latin typeface="Noto Sans CJK JP"/>
                <a:ea typeface="Noto Sans CJK JP"/>
              </a:rPr>
              <a:t>F⁻ + F → F + F + e⁻</a:t>
            </a:r>
          </a:p>
        </p:txBody>
      </p:sp>
      <p:grpSp>
        <p:nvGrpSpPr>
          <p:cNvPr id="155" name="分子・化学種｜F"/>
          <p:cNvGrpSpPr/>
          <p:nvPr/>
        </p:nvGrpSpPr>
        <p:grpSpPr>
          <a:xfrm>
            <a:off x="8043291" y="7100316"/>
            <a:ext cx="544068" cy="544068"/>
            <a:chOff x="8043291" y="7100316"/>
            <a:chExt cx="544068" cy="544068"/>
          </a:xfrm>
        </p:grpSpPr>
        <p:sp>
          <p:nvSpPr>
            <p:cNvPr id="156" name="原子｜F"/>
            <p:cNvSpPr/>
            <p:nvPr/>
          </p:nvSpPr>
          <p:spPr>
            <a:xfrm>
              <a:off x="8043291" y="7100316"/>
              <a:ext cx="544068" cy="544068"/>
            </a:xfrm>
            <a:prstGeom prst="ellipse">
              <a:avLst/>
            </a:prstGeom>
            <a:solidFill>
              <a:srgbClr val="AED396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7" name="文字｜F"/>
            <p:cNvSpPr txBox="1"/>
            <p:nvPr/>
          </p:nvSpPr>
          <p:spPr>
            <a:xfrm>
              <a:off x="8043291" y="7100316"/>
              <a:ext cx="544068" cy="54406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2313" b="0">
                  <a:solidFill>
                    <a:srgbClr val="111111"/>
                  </a:solidFill>
                  <a:latin typeface="Noto Sans CJK JP"/>
                </a:defRPr>
              </a:pPr>
              <a:r>
                <a:rPr sz="2313" b="0">
                  <a:solidFill>
                    <a:srgbClr val="111111"/>
                  </a:solidFill>
                  <a:latin typeface="Noto Sans CJK JP"/>
                  <a:ea typeface="Noto Sans CJK JP"/>
                </a:rPr>
                <a:t>F</a:t>
              </a:r>
            </a:p>
          </p:txBody>
        </p:sp>
      </p:grpSp>
      <p:grpSp>
        <p:nvGrpSpPr>
          <p:cNvPr id="158" name="イオン全体の括弧・電荷"/>
          <p:cNvGrpSpPr/>
          <p:nvPr/>
        </p:nvGrpSpPr>
        <p:grpSpPr>
          <a:xfrm>
            <a:off x="7943850" y="6724650"/>
            <a:ext cx="1076325" cy="1066800"/>
            <a:chOff x="7943850" y="6724650"/>
            <a:chExt cx="1076325" cy="1066800"/>
          </a:xfrm>
        </p:grpSpPr>
        <p:cxnSp>
          <p:nvCxnSpPr>
            <p:cNvPr id="159" name="結合線・接続線"/>
            <p:cNvCxnSpPr/>
            <p:nvPr/>
          </p:nvCxnSpPr>
          <p:spPr>
            <a:xfrm flipH="1">
              <a:off x="7943850" y="6915150"/>
              <a:ext cx="123824" cy="0"/>
            </a:xfrm>
            <a:prstGeom prst="line">
              <a:avLst/>
            </a:prstGeom>
            <a:ln w="22859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結合線・接続線"/>
            <p:cNvCxnSpPr/>
            <p:nvPr/>
          </p:nvCxnSpPr>
          <p:spPr>
            <a:xfrm>
              <a:off x="7943850" y="6915150"/>
              <a:ext cx="0" cy="876300"/>
            </a:xfrm>
            <a:prstGeom prst="line">
              <a:avLst/>
            </a:prstGeom>
            <a:ln w="22859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結合線・接続線"/>
            <p:cNvCxnSpPr/>
            <p:nvPr/>
          </p:nvCxnSpPr>
          <p:spPr>
            <a:xfrm>
              <a:off x="7943850" y="7791450"/>
              <a:ext cx="123824" cy="0"/>
            </a:xfrm>
            <a:prstGeom prst="line">
              <a:avLst/>
            </a:prstGeom>
            <a:ln w="22859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結合線・接続線"/>
            <p:cNvCxnSpPr/>
            <p:nvPr/>
          </p:nvCxnSpPr>
          <p:spPr>
            <a:xfrm>
              <a:off x="8582025" y="6915150"/>
              <a:ext cx="123825" cy="0"/>
            </a:xfrm>
            <a:prstGeom prst="line">
              <a:avLst/>
            </a:prstGeom>
            <a:ln w="22859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結合線・接続線"/>
            <p:cNvCxnSpPr/>
            <p:nvPr/>
          </p:nvCxnSpPr>
          <p:spPr>
            <a:xfrm>
              <a:off x="8705850" y="6915150"/>
              <a:ext cx="0" cy="876300"/>
            </a:xfrm>
            <a:prstGeom prst="line">
              <a:avLst/>
            </a:prstGeom>
            <a:ln w="22859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結合線・接続線"/>
            <p:cNvCxnSpPr/>
            <p:nvPr/>
          </p:nvCxnSpPr>
          <p:spPr>
            <a:xfrm flipH="1">
              <a:off x="8582025" y="7791450"/>
              <a:ext cx="123825" cy="0"/>
            </a:xfrm>
            <a:prstGeom prst="line">
              <a:avLst/>
            </a:prstGeom>
            <a:ln w="22859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5" name="文字｜−"/>
            <p:cNvSpPr txBox="1"/>
            <p:nvPr/>
          </p:nvSpPr>
          <p:spPr>
            <a:xfrm>
              <a:off x="8753475" y="6724650"/>
              <a:ext cx="266700" cy="36195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2250" b="0">
                  <a:solidFill>
                    <a:srgbClr val="111111"/>
                  </a:solidFill>
                  <a:latin typeface="Noto Sans CJK JP"/>
                </a:defRPr>
              </a:pPr>
              <a:r>
                <a:rPr sz="2250" b="0">
                  <a:solidFill>
                    <a:srgbClr val="111111"/>
                  </a:solidFill>
                  <a:latin typeface="Noto Sans CJK JP"/>
                  <a:ea typeface="Noto Sans CJK JP"/>
                </a:rPr>
                <a:t>−</a:t>
              </a:r>
            </a:p>
          </p:txBody>
        </p:sp>
      </p:grpSp>
      <p:sp>
        <p:nvSpPr>
          <p:cNvPr id="166" name="文字｜+"/>
          <p:cNvSpPr txBox="1"/>
          <p:nvPr/>
        </p:nvSpPr>
        <p:spPr>
          <a:xfrm>
            <a:off x="8905875" y="7134225"/>
            <a:ext cx="342900" cy="476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11111"/>
                </a:solidFill>
                <a:latin typeface="Noto Sans CJK JP"/>
              </a:defRPr>
            </a:pPr>
            <a:r>
              <a:rPr sz="2400" b="0">
                <a:solidFill>
                  <a:srgbClr val="111111"/>
                </a:solidFill>
                <a:latin typeface="Noto Sans CJK JP"/>
                <a:ea typeface="Noto Sans CJK JP"/>
              </a:rPr>
              <a:t>+</a:t>
            </a:r>
          </a:p>
        </p:txBody>
      </p:sp>
      <p:grpSp>
        <p:nvGrpSpPr>
          <p:cNvPr id="167" name="分子・化学種｜F"/>
          <p:cNvGrpSpPr/>
          <p:nvPr/>
        </p:nvGrpSpPr>
        <p:grpSpPr>
          <a:xfrm>
            <a:off x="9364599" y="7097649"/>
            <a:ext cx="549402" cy="549402"/>
            <a:chOff x="9364599" y="7097649"/>
            <a:chExt cx="549402" cy="549402"/>
          </a:xfrm>
        </p:grpSpPr>
        <p:sp>
          <p:nvSpPr>
            <p:cNvPr id="168" name="原子｜F"/>
            <p:cNvSpPr/>
            <p:nvPr/>
          </p:nvSpPr>
          <p:spPr>
            <a:xfrm>
              <a:off x="9364599" y="7097649"/>
              <a:ext cx="549402" cy="549402"/>
            </a:xfrm>
            <a:prstGeom prst="ellipse">
              <a:avLst/>
            </a:prstGeom>
            <a:solidFill>
              <a:srgbClr val="AED396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9" name="文字｜F"/>
            <p:cNvSpPr txBox="1"/>
            <p:nvPr/>
          </p:nvSpPr>
          <p:spPr>
            <a:xfrm>
              <a:off x="9364599" y="7097649"/>
              <a:ext cx="549402" cy="54940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2336" b="0">
                  <a:solidFill>
                    <a:srgbClr val="111111"/>
                  </a:solidFill>
                  <a:latin typeface="Noto Sans CJK JP"/>
                </a:defRPr>
              </a:pPr>
              <a:r>
                <a:rPr sz="2336" b="0">
                  <a:solidFill>
                    <a:srgbClr val="111111"/>
                  </a:solidFill>
                  <a:latin typeface="Noto Sans CJK JP"/>
                  <a:ea typeface="Noto Sans CJK JP"/>
                </a:rPr>
                <a:t>F</a:t>
              </a:r>
            </a:p>
          </p:txBody>
        </p:sp>
      </p:grpSp>
      <p:cxnSp>
        <p:nvCxnSpPr>
          <p:cNvPr id="170" name="結合線・接続線"/>
          <p:cNvCxnSpPr/>
          <p:nvPr/>
        </p:nvCxnSpPr>
        <p:spPr>
          <a:xfrm>
            <a:off x="10296525" y="7372350"/>
            <a:ext cx="495300" cy="0"/>
          </a:xfrm>
          <a:prstGeom prst="line">
            <a:avLst/>
          </a:prstGeom>
          <a:ln w="20955">
            <a:solidFill>
              <a:srgbClr val="11111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1" name="分子・化学種｜F"/>
          <p:cNvGrpSpPr/>
          <p:nvPr/>
        </p:nvGrpSpPr>
        <p:grpSpPr>
          <a:xfrm>
            <a:off x="11177016" y="7100316"/>
            <a:ext cx="544068" cy="544068"/>
            <a:chOff x="11177016" y="7100316"/>
            <a:chExt cx="544068" cy="544068"/>
          </a:xfrm>
        </p:grpSpPr>
        <p:sp>
          <p:nvSpPr>
            <p:cNvPr id="172" name="原子｜F"/>
            <p:cNvSpPr/>
            <p:nvPr/>
          </p:nvSpPr>
          <p:spPr>
            <a:xfrm>
              <a:off x="11177016" y="7100316"/>
              <a:ext cx="544068" cy="544068"/>
            </a:xfrm>
            <a:prstGeom prst="ellipse">
              <a:avLst/>
            </a:prstGeom>
            <a:solidFill>
              <a:srgbClr val="AED396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3" name="文字｜F"/>
            <p:cNvSpPr txBox="1"/>
            <p:nvPr/>
          </p:nvSpPr>
          <p:spPr>
            <a:xfrm>
              <a:off x="11177016" y="7100316"/>
              <a:ext cx="544068" cy="54406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2313" b="0">
                  <a:solidFill>
                    <a:srgbClr val="111111"/>
                  </a:solidFill>
                  <a:latin typeface="Noto Sans CJK JP"/>
                </a:defRPr>
              </a:pPr>
              <a:r>
                <a:rPr sz="2313" b="0">
                  <a:solidFill>
                    <a:srgbClr val="111111"/>
                  </a:solidFill>
                  <a:latin typeface="Noto Sans CJK JP"/>
                  <a:ea typeface="Noto Sans CJK JP"/>
                </a:rPr>
                <a:t>F</a:t>
              </a:r>
            </a:p>
          </p:txBody>
        </p:sp>
      </p:grpSp>
      <p:sp>
        <p:nvSpPr>
          <p:cNvPr id="174" name="文字｜+"/>
          <p:cNvSpPr txBox="1"/>
          <p:nvPr/>
        </p:nvSpPr>
        <p:spPr>
          <a:xfrm>
            <a:off x="11915775" y="7134225"/>
            <a:ext cx="342900" cy="476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11111"/>
                </a:solidFill>
                <a:latin typeface="Noto Sans CJK JP"/>
              </a:defRPr>
            </a:pPr>
            <a:r>
              <a:rPr sz="2400" b="0">
                <a:solidFill>
                  <a:srgbClr val="111111"/>
                </a:solidFill>
                <a:latin typeface="Noto Sans CJK JP"/>
                <a:ea typeface="Noto Sans CJK JP"/>
              </a:rPr>
              <a:t>+</a:t>
            </a:r>
          </a:p>
        </p:txBody>
      </p:sp>
      <p:grpSp>
        <p:nvGrpSpPr>
          <p:cNvPr id="175" name="分子・化学種｜F"/>
          <p:cNvGrpSpPr/>
          <p:nvPr/>
        </p:nvGrpSpPr>
        <p:grpSpPr>
          <a:xfrm>
            <a:off x="12462891" y="7100316"/>
            <a:ext cx="544068" cy="544068"/>
            <a:chOff x="12462891" y="7100316"/>
            <a:chExt cx="544068" cy="544068"/>
          </a:xfrm>
        </p:grpSpPr>
        <p:sp>
          <p:nvSpPr>
            <p:cNvPr id="176" name="原子｜F"/>
            <p:cNvSpPr/>
            <p:nvPr/>
          </p:nvSpPr>
          <p:spPr>
            <a:xfrm>
              <a:off x="12462891" y="7100316"/>
              <a:ext cx="544068" cy="544068"/>
            </a:xfrm>
            <a:prstGeom prst="ellipse">
              <a:avLst/>
            </a:prstGeom>
            <a:solidFill>
              <a:srgbClr val="AED396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7" name="文字｜F"/>
            <p:cNvSpPr txBox="1"/>
            <p:nvPr/>
          </p:nvSpPr>
          <p:spPr>
            <a:xfrm>
              <a:off x="12462891" y="7100316"/>
              <a:ext cx="544068" cy="54406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2313" b="0">
                  <a:solidFill>
                    <a:srgbClr val="111111"/>
                  </a:solidFill>
                  <a:latin typeface="Noto Sans CJK JP"/>
                </a:defRPr>
              </a:pPr>
              <a:r>
                <a:rPr sz="2313" b="0">
                  <a:solidFill>
                    <a:srgbClr val="111111"/>
                  </a:solidFill>
                  <a:latin typeface="Noto Sans CJK JP"/>
                  <a:ea typeface="Noto Sans CJK JP"/>
                </a:rPr>
                <a:t>F</a:t>
              </a:r>
            </a:p>
          </p:txBody>
        </p:sp>
      </p:grpSp>
      <p:sp>
        <p:nvSpPr>
          <p:cNvPr id="178" name="文字｜+"/>
          <p:cNvSpPr txBox="1"/>
          <p:nvPr/>
        </p:nvSpPr>
        <p:spPr>
          <a:xfrm>
            <a:off x="13163550" y="7134225"/>
            <a:ext cx="342900" cy="476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11111"/>
                </a:solidFill>
                <a:latin typeface="Noto Sans CJK JP"/>
              </a:defRPr>
            </a:pPr>
            <a:r>
              <a:rPr sz="2400" b="0">
                <a:solidFill>
                  <a:srgbClr val="111111"/>
                </a:solidFill>
                <a:latin typeface="Noto Sans CJK JP"/>
                <a:ea typeface="Noto Sans CJK JP"/>
              </a:rPr>
              <a:t>+</a:t>
            </a:r>
          </a:p>
        </p:txBody>
      </p:sp>
      <p:grpSp>
        <p:nvGrpSpPr>
          <p:cNvPr id="179" name="電子 e⁻"/>
          <p:cNvGrpSpPr/>
          <p:nvPr/>
        </p:nvGrpSpPr>
        <p:grpSpPr>
          <a:xfrm>
            <a:off x="13696950" y="7162800"/>
            <a:ext cx="714375" cy="400050"/>
            <a:chOff x="13696950" y="7162800"/>
            <a:chExt cx="714375" cy="400050"/>
          </a:xfrm>
        </p:grpSpPr>
        <p:sp>
          <p:nvSpPr>
            <p:cNvPr id="180" name="電子の点"/>
            <p:cNvSpPr/>
            <p:nvPr/>
          </p:nvSpPr>
          <p:spPr>
            <a:xfrm>
              <a:off x="13696950" y="7286625"/>
              <a:ext cx="171450" cy="171450"/>
            </a:xfrm>
            <a:prstGeom prst="ellipse">
              <a:avLst/>
            </a:prstGeom>
            <a:solidFill>
              <a:srgbClr val="0969BD"/>
            </a:solidFill>
            <a:ln w="10477">
              <a:solidFill>
                <a:srgbClr val="08345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1" name="文字｜e⁻"/>
            <p:cNvSpPr txBox="1"/>
            <p:nvPr/>
          </p:nvSpPr>
          <p:spPr>
            <a:xfrm>
              <a:off x="13973175" y="7162800"/>
              <a:ext cx="438150" cy="40005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978" b="0">
                  <a:solidFill>
                    <a:srgbClr val="053B7B"/>
                  </a:solidFill>
                  <a:latin typeface="Noto Sans CJK JP"/>
                </a:defRPr>
              </a:pPr>
              <a:r>
                <a:rPr sz="1978" b="0">
                  <a:solidFill>
                    <a:srgbClr val="053B7B"/>
                  </a:solidFill>
                  <a:latin typeface="Noto Sans CJK JP"/>
                  <a:ea typeface="Noto Sans CJK JP"/>
                </a:rPr>
                <a:t>e⁻</a:t>
              </a:r>
            </a:p>
          </p:txBody>
        </p:sp>
      </p:grpSp>
      <p:sp>
        <p:nvSpPr>
          <p:cNvPr id="182" name="文字｜登録簿に含まれる気相反応の例"/>
          <p:cNvSpPr txBox="1"/>
          <p:nvPr/>
        </p:nvSpPr>
        <p:spPr>
          <a:xfrm>
            <a:off x="238125" y="9277350"/>
            <a:ext cx="14154150" cy="3143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111111"/>
                </a:solidFill>
                <a:latin typeface="Noto Sans CJK JP"/>
              </a:defRPr>
            </a:pPr>
            <a:r>
              <a:rPr sz="1575" b="0">
                <a:solidFill>
                  <a:srgbClr val="111111"/>
                </a:solidFill>
                <a:latin typeface="Noto Sans CJK JP"/>
                <a:ea typeface="Noto Sans CJK JP"/>
              </a:rPr>
              <a:t>登録簿に含まれる気相反応の例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字｜04 / 反応記録と速度モデルの対応"/>
          <p:cNvSpPr txBox="1"/>
          <p:nvPr/>
        </p:nvSpPr>
        <p:spPr>
          <a:xfrm>
            <a:off x="247649" y="47625"/>
            <a:ext cx="14135100" cy="6572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300" b="1">
                <a:solidFill>
                  <a:srgbClr val="111111"/>
                </a:solidFill>
                <a:latin typeface="Noto Sans CJK JP"/>
              </a:defRPr>
            </a:pPr>
            <a:r>
              <a:rPr sz="3300" b="1">
                <a:solidFill>
                  <a:srgbClr val="111111"/>
                </a:solidFill>
                <a:latin typeface="Noto Sans CJK JP"/>
                <a:ea typeface="Noto Sans CJK JP"/>
              </a:rPr>
              <a:t>04 / 反応記録と速度モデルの対応</a:t>
            </a:r>
          </a:p>
        </p:txBody>
      </p:sp>
      <p:sp>
        <p:nvSpPr>
          <p:cNvPr id="3" name="枠｜"/>
          <p:cNvSpPr/>
          <p:nvPr/>
        </p:nvSpPr>
        <p:spPr>
          <a:xfrm>
            <a:off x="2771775" y="809625"/>
            <a:ext cx="9077325" cy="2457450"/>
          </a:xfrm>
          <a:prstGeom prst="rect">
            <a:avLst/>
          </a:prstGeom>
          <a:noFill/>
          <a:ln w="1524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｜e⁻ + CF₄ → 2e⁻ + CF₃⁺ + F"/>
          <p:cNvSpPr txBox="1"/>
          <p:nvPr/>
        </p:nvSpPr>
        <p:spPr>
          <a:xfrm>
            <a:off x="3200400" y="1581150"/>
            <a:ext cx="8201025" cy="7905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450" b="0">
                <a:solidFill>
                  <a:srgbClr val="111111"/>
                </a:solidFill>
                <a:latin typeface="Noto Sans CJK JP"/>
              </a:defRPr>
            </a:pPr>
            <a:r>
              <a:rPr sz="3450" b="0">
                <a:solidFill>
                  <a:srgbClr val="111111"/>
                </a:solidFill>
                <a:latin typeface="Noto Sans CJK JP"/>
                <a:ea typeface="Noto Sans CJK JP"/>
              </a:rPr>
              <a:t>e⁻ + CF₄ → 2e⁻ + CF₃⁺ + F</a:t>
            </a:r>
          </a:p>
        </p:txBody>
      </p:sp>
      <p:sp>
        <p:nvSpPr>
          <p:cNvPr id="5" name="文字｜反応 ID"/>
          <p:cNvSpPr txBox="1"/>
          <p:nvPr/>
        </p:nvSpPr>
        <p:spPr>
          <a:xfrm>
            <a:off x="5562600" y="2581275"/>
            <a:ext cx="3495675" cy="3905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25" b="0">
                <a:solidFill>
                  <a:srgbClr val="111111"/>
                </a:solidFill>
                <a:latin typeface="Noto Sans CJK JP"/>
              </a:defRPr>
            </a:pPr>
            <a:r>
              <a:rPr sz="2025" b="0">
                <a:solidFill>
                  <a:srgbClr val="111111"/>
                </a:solidFill>
                <a:latin typeface="Noto Sans CJK JP"/>
                <a:ea typeface="Noto Sans CJK JP"/>
              </a:rPr>
              <a:t>反応 ID</a:t>
            </a:r>
          </a:p>
        </p:txBody>
      </p:sp>
      <p:cxnSp>
        <p:nvCxnSpPr>
          <p:cNvPr id="6" name="結合線・接続線"/>
          <p:cNvCxnSpPr/>
          <p:nvPr/>
        </p:nvCxnSpPr>
        <p:spPr>
          <a:xfrm>
            <a:off x="7315200" y="3267075"/>
            <a:ext cx="0" cy="276225"/>
          </a:xfrm>
          <a:prstGeom prst="line">
            <a:avLst/>
          </a:prstGeom>
          <a:ln w="2095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結合線・接続線"/>
          <p:cNvCxnSpPr/>
          <p:nvPr/>
        </p:nvCxnSpPr>
        <p:spPr>
          <a:xfrm>
            <a:off x="2590800" y="3543300"/>
            <a:ext cx="9448800" cy="0"/>
          </a:xfrm>
          <a:prstGeom prst="line">
            <a:avLst/>
          </a:prstGeom>
          <a:ln w="2095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結合線・接続線"/>
          <p:cNvCxnSpPr/>
          <p:nvPr/>
        </p:nvCxnSpPr>
        <p:spPr>
          <a:xfrm>
            <a:off x="2590800" y="3543300"/>
            <a:ext cx="0" cy="304799"/>
          </a:xfrm>
          <a:prstGeom prst="line">
            <a:avLst/>
          </a:prstGeom>
          <a:ln w="20955">
            <a:solidFill>
              <a:srgbClr val="11111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結合線・接続線"/>
          <p:cNvCxnSpPr/>
          <p:nvPr/>
        </p:nvCxnSpPr>
        <p:spPr>
          <a:xfrm>
            <a:off x="7315200" y="3543300"/>
            <a:ext cx="0" cy="304799"/>
          </a:xfrm>
          <a:prstGeom prst="line">
            <a:avLst/>
          </a:prstGeom>
          <a:ln w="20955">
            <a:solidFill>
              <a:srgbClr val="11111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結合線・接続線"/>
          <p:cNvCxnSpPr/>
          <p:nvPr/>
        </p:nvCxnSpPr>
        <p:spPr>
          <a:xfrm>
            <a:off x="12039600" y="3543300"/>
            <a:ext cx="0" cy="304799"/>
          </a:xfrm>
          <a:prstGeom prst="line">
            <a:avLst/>
          </a:prstGeom>
          <a:ln w="20955">
            <a:solidFill>
              <a:srgbClr val="11111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枠｜"/>
          <p:cNvSpPr/>
          <p:nvPr/>
        </p:nvSpPr>
        <p:spPr>
          <a:xfrm>
            <a:off x="323850" y="3857625"/>
            <a:ext cx="4762500" cy="2781300"/>
          </a:xfrm>
          <a:prstGeom prst="rect">
            <a:avLst/>
          </a:prstGeom>
          <a:noFill/>
          <a:ln w="1524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図形"/>
          <p:cNvSpPr/>
          <p:nvPr/>
        </p:nvSpPr>
        <p:spPr>
          <a:xfrm>
            <a:off x="333375" y="3867150"/>
            <a:ext cx="4743450" cy="514350"/>
          </a:xfrm>
          <a:prstGeom prst="rect">
            <a:avLst/>
          </a:prstGeom>
          <a:solidFill>
            <a:srgbClr val="E5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文字｜チャネル別 σ(E)"/>
          <p:cNvSpPr txBox="1"/>
          <p:nvPr/>
        </p:nvSpPr>
        <p:spPr>
          <a:xfrm>
            <a:off x="400050" y="3905249"/>
            <a:ext cx="4610100" cy="4286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11111"/>
                </a:solidFill>
                <a:latin typeface="Noto Sans CJK JP"/>
              </a:defRPr>
            </a:pPr>
            <a:r>
              <a:rPr sz="2400" b="1">
                <a:solidFill>
                  <a:srgbClr val="111111"/>
                </a:solidFill>
                <a:latin typeface="Noto Sans CJK JP"/>
                <a:ea typeface="Noto Sans CJK JP"/>
              </a:rPr>
              <a:t>チャネル別 σ(E)</a:t>
            </a:r>
          </a:p>
        </p:txBody>
      </p:sp>
      <p:sp>
        <p:nvSpPr>
          <p:cNvPr id="14" name="枠｜"/>
          <p:cNvSpPr/>
          <p:nvPr/>
        </p:nvSpPr>
        <p:spPr>
          <a:xfrm>
            <a:off x="5400675" y="3857625"/>
            <a:ext cx="3857625" cy="2781300"/>
          </a:xfrm>
          <a:prstGeom prst="rect">
            <a:avLst/>
          </a:prstGeom>
          <a:noFill/>
          <a:ln w="1524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図形"/>
          <p:cNvSpPr/>
          <p:nvPr/>
        </p:nvSpPr>
        <p:spPr>
          <a:xfrm>
            <a:off x="5410200" y="3867150"/>
            <a:ext cx="3838575" cy="514350"/>
          </a:xfrm>
          <a:prstGeom prst="rect">
            <a:avLst/>
          </a:prstGeom>
          <a:solidFill>
            <a:srgbClr val="FBF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文字｜速度係数 k(T)"/>
          <p:cNvSpPr txBox="1"/>
          <p:nvPr/>
        </p:nvSpPr>
        <p:spPr>
          <a:xfrm>
            <a:off x="5476875" y="3905249"/>
            <a:ext cx="3705224" cy="4286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11111"/>
                </a:solidFill>
                <a:latin typeface="Noto Sans CJK JP"/>
              </a:defRPr>
            </a:pPr>
            <a:r>
              <a:rPr sz="2400" b="1">
                <a:solidFill>
                  <a:srgbClr val="111111"/>
                </a:solidFill>
                <a:latin typeface="Noto Sans CJK JP"/>
                <a:ea typeface="Noto Sans CJK JP"/>
              </a:rPr>
              <a:t>速度係数 k(T)</a:t>
            </a:r>
          </a:p>
        </p:txBody>
      </p:sp>
      <p:sp>
        <p:nvSpPr>
          <p:cNvPr id="17" name="枠｜"/>
          <p:cNvSpPr/>
          <p:nvPr/>
        </p:nvSpPr>
        <p:spPr>
          <a:xfrm>
            <a:off x="9563100" y="3857625"/>
            <a:ext cx="4743450" cy="2781300"/>
          </a:xfrm>
          <a:prstGeom prst="rect">
            <a:avLst/>
          </a:prstGeom>
          <a:noFill/>
          <a:ln w="1524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図形"/>
          <p:cNvSpPr/>
          <p:nvPr/>
        </p:nvSpPr>
        <p:spPr>
          <a:xfrm>
            <a:off x="9572625" y="3867150"/>
            <a:ext cx="4724400" cy="514350"/>
          </a:xfrm>
          <a:prstGeom prst="rect">
            <a:avLst/>
          </a:prstGeom>
          <a:solidFill>
            <a:srgbClr val="E6F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文字｜出典・適用範囲"/>
          <p:cNvSpPr txBox="1"/>
          <p:nvPr/>
        </p:nvSpPr>
        <p:spPr>
          <a:xfrm>
            <a:off x="9639300" y="3905249"/>
            <a:ext cx="4591050" cy="4286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11111"/>
                </a:solidFill>
                <a:latin typeface="Noto Sans CJK JP"/>
              </a:defRPr>
            </a:pPr>
            <a:r>
              <a:rPr sz="2400" b="1">
                <a:solidFill>
                  <a:srgbClr val="111111"/>
                </a:solidFill>
                <a:latin typeface="Noto Sans CJK JP"/>
                <a:ea typeface="Noto Sans CJK JP"/>
              </a:rPr>
              <a:t>出典・適用範囲</a:t>
            </a:r>
          </a:p>
        </p:txBody>
      </p:sp>
      <p:sp>
        <p:nvSpPr>
          <p:cNvPr id="20" name="文字｜生成物を特定した断面積"/>
          <p:cNvSpPr txBox="1"/>
          <p:nvPr/>
        </p:nvSpPr>
        <p:spPr>
          <a:xfrm>
            <a:off x="428625" y="4391025"/>
            <a:ext cx="455295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111111"/>
                </a:solidFill>
                <a:latin typeface="Noto Sans CJK JP"/>
              </a:defRPr>
            </a:pPr>
            <a:r>
              <a:rPr sz="1725" b="0">
                <a:solidFill>
                  <a:srgbClr val="111111"/>
                </a:solidFill>
                <a:latin typeface="Noto Sans CJK JP"/>
                <a:ea typeface="Noto Sans CJK JP"/>
              </a:rPr>
              <a:t>生成物を特定した断面積</a:t>
            </a:r>
          </a:p>
        </p:txBody>
      </p:sp>
      <p:pic>
        <p:nvPicPr>
          <p:cNvPr id="21" name="個別画像｜原図の模式断面積グラフ" descr="channel_curve_orig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4667250"/>
            <a:ext cx="4276725" cy="1847850"/>
          </a:xfrm>
          <a:prstGeom prst="rect">
            <a:avLst/>
          </a:prstGeom>
        </p:spPr>
      </p:pic>
      <p:sp>
        <p:nvSpPr>
          <p:cNvPr id="22" name="表｜セル"/>
          <p:cNvSpPr/>
          <p:nvPr/>
        </p:nvSpPr>
        <p:spPr>
          <a:xfrm>
            <a:off x="5715000" y="4591050"/>
            <a:ext cx="1604962" cy="447675"/>
          </a:xfrm>
          <a:prstGeom prst="rect">
            <a:avLst/>
          </a:prstGeom>
          <a:solidFill>
            <a:srgbClr val="F1F2F1"/>
          </a:solidFill>
          <a:ln w="7143">
            <a:solidFill>
              <a:srgbClr val="7B81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文字｜T"/>
          <p:cNvSpPr txBox="1"/>
          <p:nvPr/>
        </p:nvSpPr>
        <p:spPr>
          <a:xfrm>
            <a:off x="5762625" y="4619625"/>
            <a:ext cx="1509712" cy="3905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11111"/>
                </a:solidFill>
                <a:latin typeface="Noto Sans CJK JP"/>
              </a:defRPr>
            </a:pPr>
            <a:r>
              <a:rPr sz="2100" b="1">
                <a:solidFill>
                  <a:srgbClr val="111111"/>
                </a:solidFill>
                <a:latin typeface="Noto Sans CJK JP"/>
                <a:ea typeface="Noto Sans CJK JP"/>
              </a:rPr>
              <a:t>T</a:t>
            </a:r>
          </a:p>
        </p:txBody>
      </p:sp>
      <p:sp>
        <p:nvSpPr>
          <p:cNvPr id="24" name="表｜セル"/>
          <p:cNvSpPr/>
          <p:nvPr/>
        </p:nvSpPr>
        <p:spPr>
          <a:xfrm>
            <a:off x="7319962" y="4591050"/>
            <a:ext cx="1604962" cy="447675"/>
          </a:xfrm>
          <a:prstGeom prst="rect">
            <a:avLst/>
          </a:prstGeom>
          <a:solidFill>
            <a:srgbClr val="F1F2F1"/>
          </a:solidFill>
          <a:ln w="7143">
            <a:solidFill>
              <a:srgbClr val="7B81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文字｜k"/>
          <p:cNvSpPr txBox="1"/>
          <p:nvPr/>
        </p:nvSpPr>
        <p:spPr>
          <a:xfrm>
            <a:off x="7367587" y="4619625"/>
            <a:ext cx="1509712" cy="3905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11111"/>
                </a:solidFill>
                <a:latin typeface="Noto Sans CJK JP"/>
              </a:defRPr>
            </a:pPr>
            <a:r>
              <a:rPr sz="2100" b="1">
                <a:solidFill>
                  <a:srgbClr val="111111"/>
                </a:solidFill>
                <a:latin typeface="Noto Sans CJK JP"/>
                <a:ea typeface="Noto Sans CJK JP"/>
              </a:rPr>
              <a:t>k</a:t>
            </a:r>
          </a:p>
        </p:txBody>
      </p:sp>
      <p:sp>
        <p:nvSpPr>
          <p:cNvPr id="26" name="表｜セル"/>
          <p:cNvSpPr/>
          <p:nvPr/>
        </p:nvSpPr>
        <p:spPr>
          <a:xfrm>
            <a:off x="5715000" y="5038725"/>
            <a:ext cx="1604962" cy="447675"/>
          </a:xfrm>
          <a:prstGeom prst="rect">
            <a:avLst/>
          </a:prstGeom>
          <a:solidFill>
            <a:srgbClr val="FFFFFF"/>
          </a:solidFill>
          <a:ln w="7143">
            <a:solidFill>
              <a:srgbClr val="7B81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文字｜T₁"/>
          <p:cNvSpPr txBox="1"/>
          <p:nvPr/>
        </p:nvSpPr>
        <p:spPr>
          <a:xfrm>
            <a:off x="5762625" y="5067300"/>
            <a:ext cx="1509712" cy="3905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11111"/>
                </a:solidFill>
                <a:latin typeface="Noto Sans CJK JP"/>
              </a:defRPr>
            </a:pPr>
            <a:r>
              <a:rPr sz="2100" b="0">
                <a:solidFill>
                  <a:srgbClr val="111111"/>
                </a:solidFill>
                <a:latin typeface="Noto Sans CJK JP"/>
                <a:ea typeface="Noto Sans CJK JP"/>
              </a:rPr>
              <a:t>T₁</a:t>
            </a:r>
          </a:p>
        </p:txBody>
      </p:sp>
      <p:sp>
        <p:nvSpPr>
          <p:cNvPr id="28" name="表｜セル"/>
          <p:cNvSpPr/>
          <p:nvPr/>
        </p:nvSpPr>
        <p:spPr>
          <a:xfrm>
            <a:off x="7319962" y="5038725"/>
            <a:ext cx="1604962" cy="447675"/>
          </a:xfrm>
          <a:prstGeom prst="rect">
            <a:avLst/>
          </a:prstGeom>
          <a:solidFill>
            <a:srgbClr val="FFFFFF"/>
          </a:solidFill>
          <a:ln w="7143">
            <a:solidFill>
              <a:srgbClr val="7B81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文字｜k₁"/>
          <p:cNvSpPr txBox="1"/>
          <p:nvPr/>
        </p:nvSpPr>
        <p:spPr>
          <a:xfrm>
            <a:off x="7367587" y="5067300"/>
            <a:ext cx="1509712" cy="3905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11111"/>
                </a:solidFill>
                <a:latin typeface="Noto Sans CJK JP"/>
              </a:defRPr>
            </a:pPr>
            <a:r>
              <a:rPr sz="2100" b="0">
                <a:solidFill>
                  <a:srgbClr val="111111"/>
                </a:solidFill>
                <a:latin typeface="Noto Sans CJK JP"/>
                <a:ea typeface="Noto Sans CJK JP"/>
              </a:rPr>
              <a:t>k₁</a:t>
            </a:r>
          </a:p>
        </p:txBody>
      </p:sp>
      <p:sp>
        <p:nvSpPr>
          <p:cNvPr id="30" name="表｜セル"/>
          <p:cNvSpPr/>
          <p:nvPr/>
        </p:nvSpPr>
        <p:spPr>
          <a:xfrm>
            <a:off x="5715000" y="5486400"/>
            <a:ext cx="1604962" cy="447675"/>
          </a:xfrm>
          <a:prstGeom prst="rect">
            <a:avLst/>
          </a:prstGeom>
          <a:solidFill>
            <a:srgbClr val="FFFFFF"/>
          </a:solidFill>
          <a:ln w="7143">
            <a:solidFill>
              <a:srgbClr val="7B81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文字｜T₂"/>
          <p:cNvSpPr txBox="1"/>
          <p:nvPr/>
        </p:nvSpPr>
        <p:spPr>
          <a:xfrm>
            <a:off x="5762625" y="5514975"/>
            <a:ext cx="1509712" cy="3905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11111"/>
                </a:solidFill>
                <a:latin typeface="Noto Sans CJK JP"/>
              </a:defRPr>
            </a:pPr>
            <a:r>
              <a:rPr sz="2100" b="0">
                <a:solidFill>
                  <a:srgbClr val="111111"/>
                </a:solidFill>
                <a:latin typeface="Noto Sans CJK JP"/>
                <a:ea typeface="Noto Sans CJK JP"/>
              </a:rPr>
              <a:t>T₂</a:t>
            </a:r>
          </a:p>
        </p:txBody>
      </p:sp>
      <p:sp>
        <p:nvSpPr>
          <p:cNvPr id="32" name="表｜セル"/>
          <p:cNvSpPr/>
          <p:nvPr/>
        </p:nvSpPr>
        <p:spPr>
          <a:xfrm>
            <a:off x="7319962" y="5486400"/>
            <a:ext cx="1604962" cy="447675"/>
          </a:xfrm>
          <a:prstGeom prst="rect">
            <a:avLst/>
          </a:prstGeom>
          <a:solidFill>
            <a:srgbClr val="FFFFFF"/>
          </a:solidFill>
          <a:ln w="7143">
            <a:solidFill>
              <a:srgbClr val="7B81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文字｜k₂"/>
          <p:cNvSpPr txBox="1"/>
          <p:nvPr/>
        </p:nvSpPr>
        <p:spPr>
          <a:xfrm>
            <a:off x="7367587" y="5514975"/>
            <a:ext cx="1509712" cy="3905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11111"/>
                </a:solidFill>
                <a:latin typeface="Noto Sans CJK JP"/>
              </a:defRPr>
            </a:pPr>
            <a:r>
              <a:rPr sz="2100" b="0">
                <a:solidFill>
                  <a:srgbClr val="111111"/>
                </a:solidFill>
                <a:latin typeface="Noto Sans CJK JP"/>
                <a:ea typeface="Noto Sans CJK JP"/>
              </a:rPr>
              <a:t>k₂</a:t>
            </a:r>
          </a:p>
        </p:txBody>
      </p:sp>
      <p:sp>
        <p:nvSpPr>
          <p:cNvPr id="34" name="表｜セル"/>
          <p:cNvSpPr/>
          <p:nvPr/>
        </p:nvSpPr>
        <p:spPr>
          <a:xfrm>
            <a:off x="5715000" y="5934075"/>
            <a:ext cx="1604962" cy="447675"/>
          </a:xfrm>
          <a:prstGeom prst="rect">
            <a:avLst/>
          </a:prstGeom>
          <a:solidFill>
            <a:srgbClr val="FFFFFF"/>
          </a:solidFill>
          <a:ln w="7143">
            <a:solidFill>
              <a:srgbClr val="7B81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文字｜…"/>
          <p:cNvSpPr txBox="1"/>
          <p:nvPr/>
        </p:nvSpPr>
        <p:spPr>
          <a:xfrm>
            <a:off x="5762625" y="5962650"/>
            <a:ext cx="1509712" cy="3905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11111"/>
                </a:solidFill>
                <a:latin typeface="Noto Sans CJK JP"/>
              </a:defRPr>
            </a:pPr>
            <a:r>
              <a:rPr sz="2100" b="0">
                <a:solidFill>
                  <a:srgbClr val="111111"/>
                </a:solidFill>
                <a:latin typeface="Noto Sans CJK JP"/>
                <a:ea typeface="Noto Sans CJK JP"/>
              </a:rPr>
              <a:t>…</a:t>
            </a:r>
          </a:p>
        </p:txBody>
      </p:sp>
      <p:sp>
        <p:nvSpPr>
          <p:cNvPr id="36" name="表｜セル"/>
          <p:cNvSpPr/>
          <p:nvPr/>
        </p:nvSpPr>
        <p:spPr>
          <a:xfrm>
            <a:off x="7319962" y="5934075"/>
            <a:ext cx="1604962" cy="447675"/>
          </a:xfrm>
          <a:prstGeom prst="rect">
            <a:avLst/>
          </a:prstGeom>
          <a:solidFill>
            <a:srgbClr val="FFFFFF"/>
          </a:solidFill>
          <a:ln w="7143">
            <a:solidFill>
              <a:srgbClr val="7B81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文字｜…"/>
          <p:cNvSpPr txBox="1"/>
          <p:nvPr/>
        </p:nvSpPr>
        <p:spPr>
          <a:xfrm>
            <a:off x="7367587" y="5962650"/>
            <a:ext cx="1509712" cy="3905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11111"/>
                </a:solidFill>
                <a:latin typeface="Noto Sans CJK JP"/>
              </a:defRPr>
            </a:pPr>
            <a:r>
              <a:rPr sz="2100" b="0">
                <a:solidFill>
                  <a:srgbClr val="111111"/>
                </a:solidFill>
                <a:latin typeface="Noto Sans CJK JP"/>
                <a:ea typeface="Noto Sans CJK JP"/>
              </a:rPr>
              <a:t>…</a:t>
            </a:r>
          </a:p>
        </p:txBody>
      </p:sp>
      <p:sp>
        <p:nvSpPr>
          <p:cNvPr id="38" name="表｜セル"/>
          <p:cNvSpPr/>
          <p:nvPr/>
        </p:nvSpPr>
        <p:spPr>
          <a:xfrm>
            <a:off x="9801225" y="4591050"/>
            <a:ext cx="1431925" cy="447675"/>
          </a:xfrm>
          <a:prstGeom prst="rect">
            <a:avLst/>
          </a:prstGeom>
          <a:solidFill>
            <a:srgbClr val="F1F2F1"/>
          </a:solidFill>
          <a:ln w="7143">
            <a:solidFill>
              <a:srgbClr val="7B81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文字｜出典"/>
          <p:cNvSpPr txBox="1"/>
          <p:nvPr/>
        </p:nvSpPr>
        <p:spPr>
          <a:xfrm>
            <a:off x="9848850" y="4619625"/>
            <a:ext cx="1336674" cy="3905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11111"/>
                </a:solidFill>
                <a:latin typeface="Noto Sans CJK JP"/>
              </a:defRPr>
            </a:pPr>
            <a:r>
              <a:rPr sz="1800" b="1">
                <a:solidFill>
                  <a:srgbClr val="111111"/>
                </a:solidFill>
                <a:latin typeface="Noto Sans CJK JP"/>
                <a:ea typeface="Noto Sans CJK JP"/>
              </a:rPr>
              <a:t>出典</a:t>
            </a:r>
          </a:p>
        </p:txBody>
      </p:sp>
      <p:sp>
        <p:nvSpPr>
          <p:cNvPr id="40" name="表｜セル"/>
          <p:cNvSpPr/>
          <p:nvPr/>
        </p:nvSpPr>
        <p:spPr>
          <a:xfrm>
            <a:off x="11233150" y="4591050"/>
            <a:ext cx="1431925" cy="447675"/>
          </a:xfrm>
          <a:prstGeom prst="rect">
            <a:avLst/>
          </a:prstGeom>
          <a:solidFill>
            <a:srgbClr val="F1F2F1"/>
          </a:solidFill>
          <a:ln w="7143">
            <a:solidFill>
              <a:srgbClr val="7B81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文字｜単位"/>
          <p:cNvSpPr txBox="1"/>
          <p:nvPr/>
        </p:nvSpPr>
        <p:spPr>
          <a:xfrm>
            <a:off x="11280775" y="4619625"/>
            <a:ext cx="1336674" cy="3905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11111"/>
                </a:solidFill>
                <a:latin typeface="Noto Sans CJK JP"/>
              </a:defRPr>
            </a:pPr>
            <a:r>
              <a:rPr sz="1800" b="1">
                <a:solidFill>
                  <a:srgbClr val="111111"/>
                </a:solidFill>
                <a:latin typeface="Noto Sans CJK JP"/>
                <a:ea typeface="Noto Sans CJK JP"/>
              </a:rPr>
              <a:t>単位</a:t>
            </a:r>
          </a:p>
        </p:txBody>
      </p:sp>
      <p:sp>
        <p:nvSpPr>
          <p:cNvPr id="42" name="表｜セル"/>
          <p:cNvSpPr/>
          <p:nvPr/>
        </p:nvSpPr>
        <p:spPr>
          <a:xfrm>
            <a:off x="12665074" y="4591050"/>
            <a:ext cx="1431925" cy="447675"/>
          </a:xfrm>
          <a:prstGeom prst="rect">
            <a:avLst/>
          </a:prstGeom>
          <a:solidFill>
            <a:srgbClr val="F1F2F1"/>
          </a:solidFill>
          <a:ln w="7143">
            <a:solidFill>
              <a:srgbClr val="7B81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文字｜適用範囲"/>
          <p:cNvSpPr txBox="1"/>
          <p:nvPr/>
        </p:nvSpPr>
        <p:spPr>
          <a:xfrm>
            <a:off x="12712700" y="4619625"/>
            <a:ext cx="1336674" cy="3905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11111"/>
                </a:solidFill>
                <a:latin typeface="Noto Sans CJK JP"/>
              </a:defRPr>
            </a:pPr>
            <a:r>
              <a:rPr sz="1800" b="1">
                <a:solidFill>
                  <a:srgbClr val="111111"/>
                </a:solidFill>
                <a:latin typeface="Noto Sans CJK JP"/>
                <a:ea typeface="Noto Sans CJK JP"/>
              </a:rPr>
              <a:t>適用範囲</a:t>
            </a:r>
          </a:p>
        </p:txBody>
      </p:sp>
      <p:sp>
        <p:nvSpPr>
          <p:cNvPr id="44" name="表｜セル"/>
          <p:cNvSpPr/>
          <p:nvPr/>
        </p:nvSpPr>
        <p:spPr>
          <a:xfrm>
            <a:off x="9801225" y="5038725"/>
            <a:ext cx="1431925" cy="447675"/>
          </a:xfrm>
          <a:prstGeom prst="rect">
            <a:avLst/>
          </a:prstGeom>
          <a:solidFill>
            <a:srgbClr val="FFFFFF"/>
          </a:solidFill>
          <a:ln w="7143">
            <a:solidFill>
              <a:srgbClr val="7B81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文字｜"/>
          <p:cNvSpPr txBox="1"/>
          <p:nvPr/>
        </p:nvSpPr>
        <p:spPr>
          <a:xfrm>
            <a:off x="9848850" y="5067300"/>
            <a:ext cx="1336674" cy="3905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11111"/>
                </a:solidFill>
                <a:latin typeface="Noto Sans CJK JP"/>
              </a:defRPr>
            </a:pPr>
          </a:p>
        </p:txBody>
      </p:sp>
      <p:sp>
        <p:nvSpPr>
          <p:cNvPr id="46" name="表｜セル"/>
          <p:cNvSpPr/>
          <p:nvPr/>
        </p:nvSpPr>
        <p:spPr>
          <a:xfrm>
            <a:off x="11233150" y="5038725"/>
            <a:ext cx="1431925" cy="447675"/>
          </a:xfrm>
          <a:prstGeom prst="rect">
            <a:avLst/>
          </a:prstGeom>
          <a:solidFill>
            <a:srgbClr val="FFFFFF"/>
          </a:solidFill>
          <a:ln w="7143">
            <a:solidFill>
              <a:srgbClr val="7B81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文字｜"/>
          <p:cNvSpPr txBox="1"/>
          <p:nvPr/>
        </p:nvSpPr>
        <p:spPr>
          <a:xfrm>
            <a:off x="11280775" y="5067300"/>
            <a:ext cx="1336674" cy="3905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11111"/>
                </a:solidFill>
                <a:latin typeface="Noto Sans CJK JP"/>
              </a:defRPr>
            </a:pPr>
          </a:p>
        </p:txBody>
      </p:sp>
      <p:sp>
        <p:nvSpPr>
          <p:cNvPr id="48" name="表｜セル"/>
          <p:cNvSpPr/>
          <p:nvPr/>
        </p:nvSpPr>
        <p:spPr>
          <a:xfrm>
            <a:off x="12665074" y="5038725"/>
            <a:ext cx="1431925" cy="447675"/>
          </a:xfrm>
          <a:prstGeom prst="rect">
            <a:avLst/>
          </a:prstGeom>
          <a:solidFill>
            <a:srgbClr val="FFFFFF"/>
          </a:solidFill>
          <a:ln w="7143">
            <a:solidFill>
              <a:srgbClr val="7B81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文字｜"/>
          <p:cNvSpPr txBox="1"/>
          <p:nvPr/>
        </p:nvSpPr>
        <p:spPr>
          <a:xfrm>
            <a:off x="12712700" y="5067300"/>
            <a:ext cx="1336674" cy="3905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11111"/>
                </a:solidFill>
                <a:latin typeface="Noto Sans CJK JP"/>
              </a:defRPr>
            </a:pPr>
          </a:p>
        </p:txBody>
      </p:sp>
      <p:sp>
        <p:nvSpPr>
          <p:cNvPr id="50" name="表｜セル"/>
          <p:cNvSpPr/>
          <p:nvPr/>
        </p:nvSpPr>
        <p:spPr>
          <a:xfrm>
            <a:off x="9801225" y="5486400"/>
            <a:ext cx="1431925" cy="447675"/>
          </a:xfrm>
          <a:prstGeom prst="rect">
            <a:avLst/>
          </a:prstGeom>
          <a:solidFill>
            <a:srgbClr val="FFFFFF"/>
          </a:solidFill>
          <a:ln w="7143">
            <a:solidFill>
              <a:srgbClr val="7B81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文字｜"/>
          <p:cNvSpPr txBox="1"/>
          <p:nvPr/>
        </p:nvSpPr>
        <p:spPr>
          <a:xfrm>
            <a:off x="9848850" y="5514975"/>
            <a:ext cx="1336674" cy="3905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11111"/>
                </a:solidFill>
                <a:latin typeface="Noto Sans CJK JP"/>
              </a:defRPr>
            </a:pPr>
          </a:p>
        </p:txBody>
      </p:sp>
      <p:sp>
        <p:nvSpPr>
          <p:cNvPr id="52" name="表｜セル"/>
          <p:cNvSpPr/>
          <p:nvPr/>
        </p:nvSpPr>
        <p:spPr>
          <a:xfrm>
            <a:off x="11233150" y="5486400"/>
            <a:ext cx="1431925" cy="447675"/>
          </a:xfrm>
          <a:prstGeom prst="rect">
            <a:avLst/>
          </a:prstGeom>
          <a:solidFill>
            <a:srgbClr val="FFFFFF"/>
          </a:solidFill>
          <a:ln w="7143">
            <a:solidFill>
              <a:srgbClr val="7B81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文字｜"/>
          <p:cNvSpPr txBox="1"/>
          <p:nvPr/>
        </p:nvSpPr>
        <p:spPr>
          <a:xfrm>
            <a:off x="11280775" y="5514975"/>
            <a:ext cx="1336674" cy="3905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11111"/>
                </a:solidFill>
                <a:latin typeface="Noto Sans CJK JP"/>
              </a:defRPr>
            </a:pPr>
          </a:p>
        </p:txBody>
      </p:sp>
      <p:sp>
        <p:nvSpPr>
          <p:cNvPr id="54" name="表｜セル"/>
          <p:cNvSpPr/>
          <p:nvPr/>
        </p:nvSpPr>
        <p:spPr>
          <a:xfrm>
            <a:off x="12665074" y="5486400"/>
            <a:ext cx="1431925" cy="447675"/>
          </a:xfrm>
          <a:prstGeom prst="rect">
            <a:avLst/>
          </a:prstGeom>
          <a:solidFill>
            <a:srgbClr val="FFFFFF"/>
          </a:solidFill>
          <a:ln w="7143">
            <a:solidFill>
              <a:srgbClr val="7B81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文字｜"/>
          <p:cNvSpPr txBox="1"/>
          <p:nvPr/>
        </p:nvSpPr>
        <p:spPr>
          <a:xfrm>
            <a:off x="12712700" y="5514975"/>
            <a:ext cx="1336674" cy="3905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11111"/>
                </a:solidFill>
                <a:latin typeface="Noto Sans CJK JP"/>
              </a:defRPr>
            </a:pPr>
          </a:p>
        </p:txBody>
      </p:sp>
      <p:sp>
        <p:nvSpPr>
          <p:cNvPr id="56" name="表｜セル"/>
          <p:cNvSpPr/>
          <p:nvPr/>
        </p:nvSpPr>
        <p:spPr>
          <a:xfrm>
            <a:off x="9801225" y="5934075"/>
            <a:ext cx="1431925" cy="447675"/>
          </a:xfrm>
          <a:prstGeom prst="rect">
            <a:avLst/>
          </a:prstGeom>
          <a:solidFill>
            <a:srgbClr val="FFFFFF"/>
          </a:solidFill>
          <a:ln w="7143">
            <a:solidFill>
              <a:srgbClr val="7B81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文字｜"/>
          <p:cNvSpPr txBox="1"/>
          <p:nvPr/>
        </p:nvSpPr>
        <p:spPr>
          <a:xfrm>
            <a:off x="9848850" y="5962650"/>
            <a:ext cx="1336674" cy="3905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11111"/>
                </a:solidFill>
                <a:latin typeface="Noto Sans CJK JP"/>
              </a:defRPr>
            </a:pPr>
          </a:p>
        </p:txBody>
      </p:sp>
      <p:sp>
        <p:nvSpPr>
          <p:cNvPr id="58" name="表｜セル"/>
          <p:cNvSpPr/>
          <p:nvPr/>
        </p:nvSpPr>
        <p:spPr>
          <a:xfrm>
            <a:off x="11233150" y="5934075"/>
            <a:ext cx="1431925" cy="447675"/>
          </a:xfrm>
          <a:prstGeom prst="rect">
            <a:avLst/>
          </a:prstGeom>
          <a:solidFill>
            <a:srgbClr val="FFFFFF"/>
          </a:solidFill>
          <a:ln w="7143">
            <a:solidFill>
              <a:srgbClr val="7B81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文字｜"/>
          <p:cNvSpPr txBox="1"/>
          <p:nvPr/>
        </p:nvSpPr>
        <p:spPr>
          <a:xfrm>
            <a:off x="11280775" y="5962650"/>
            <a:ext cx="1336674" cy="3905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11111"/>
                </a:solidFill>
                <a:latin typeface="Noto Sans CJK JP"/>
              </a:defRPr>
            </a:pPr>
          </a:p>
        </p:txBody>
      </p:sp>
      <p:sp>
        <p:nvSpPr>
          <p:cNvPr id="60" name="表｜セル"/>
          <p:cNvSpPr/>
          <p:nvPr/>
        </p:nvSpPr>
        <p:spPr>
          <a:xfrm>
            <a:off x="12665074" y="5934075"/>
            <a:ext cx="1431925" cy="447675"/>
          </a:xfrm>
          <a:prstGeom prst="rect">
            <a:avLst/>
          </a:prstGeom>
          <a:solidFill>
            <a:srgbClr val="FFFFFF"/>
          </a:solidFill>
          <a:ln w="7143">
            <a:solidFill>
              <a:srgbClr val="7B81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文字｜"/>
          <p:cNvSpPr txBox="1"/>
          <p:nvPr/>
        </p:nvSpPr>
        <p:spPr>
          <a:xfrm>
            <a:off x="12712700" y="5962650"/>
            <a:ext cx="1336674" cy="3905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11111"/>
                </a:solidFill>
                <a:latin typeface="Noto Sans CJK JP"/>
              </a:defRPr>
            </a:pPr>
          </a:p>
        </p:txBody>
      </p:sp>
      <p:cxnSp>
        <p:nvCxnSpPr>
          <p:cNvPr id="62" name="結合線・接続線"/>
          <p:cNvCxnSpPr/>
          <p:nvPr/>
        </p:nvCxnSpPr>
        <p:spPr>
          <a:xfrm>
            <a:off x="7286625" y="6648450"/>
            <a:ext cx="0" cy="390525"/>
          </a:xfrm>
          <a:prstGeom prst="line">
            <a:avLst/>
          </a:prstGeom>
          <a:ln w="2095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結合線・接続線"/>
          <p:cNvCxnSpPr/>
          <p:nvPr/>
        </p:nvCxnSpPr>
        <p:spPr>
          <a:xfrm>
            <a:off x="7286625" y="7038975"/>
            <a:ext cx="4924425" cy="0"/>
          </a:xfrm>
          <a:prstGeom prst="line">
            <a:avLst/>
          </a:prstGeom>
          <a:ln w="20955">
            <a:solidFill>
              <a:srgbClr val="11111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文字｜レビュー後に利用"/>
          <p:cNvSpPr txBox="1"/>
          <p:nvPr/>
        </p:nvSpPr>
        <p:spPr>
          <a:xfrm>
            <a:off x="8658225" y="6705600"/>
            <a:ext cx="2857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11111"/>
                </a:solidFill>
                <a:latin typeface="Noto Sans CJK JP"/>
              </a:defRPr>
            </a:pPr>
            <a:r>
              <a:rPr sz="1800" b="0">
                <a:solidFill>
                  <a:srgbClr val="111111"/>
                </a:solidFill>
                <a:latin typeface="Noto Sans CJK JP"/>
                <a:ea typeface="Noto Sans CJK JP"/>
              </a:rPr>
              <a:t>レビュー後に利用</a:t>
            </a:r>
          </a:p>
        </p:txBody>
      </p:sp>
      <p:sp>
        <p:nvSpPr>
          <p:cNvPr id="65" name="枠｜"/>
          <p:cNvSpPr/>
          <p:nvPr/>
        </p:nvSpPr>
        <p:spPr>
          <a:xfrm>
            <a:off x="390525" y="7343775"/>
            <a:ext cx="3943350" cy="1914525"/>
          </a:xfrm>
          <a:prstGeom prst="rect">
            <a:avLst/>
          </a:prstGeom>
          <a:noFill/>
          <a:ln w="1524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図形"/>
          <p:cNvSpPr/>
          <p:nvPr/>
        </p:nvSpPr>
        <p:spPr>
          <a:xfrm>
            <a:off x="400050" y="7353299"/>
            <a:ext cx="3924300" cy="476250"/>
          </a:xfrm>
          <a:prstGeom prst="rect">
            <a:avLst/>
          </a:prstGeom>
          <a:solidFill>
            <a:srgbClr val="FC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文字｜総電離断面積"/>
          <p:cNvSpPr txBox="1"/>
          <p:nvPr/>
        </p:nvSpPr>
        <p:spPr>
          <a:xfrm>
            <a:off x="504825" y="7391400"/>
            <a:ext cx="3714750" cy="381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50" b="1">
                <a:solidFill>
                  <a:srgbClr val="111111"/>
                </a:solidFill>
                <a:latin typeface="Noto Sans CJK JP"/>
              </a:defRPr>
            </a:pPr>
            <a:r>
              <a:rPr sz="2250" b="1">
                <a:solidFill>
                  <a:srgbClr val="111111"/>
                </a:solidFill>
                <a:latin typeface="Noto Sans CJK JP"/>
                <a:ea typeface="Noto Sans CJK JP"/>
              </a:rPr>
              <a:t>総電離断面積</a:t>
            </a:r>
          </a:p>
        </p:txBody>
      </p:sp>
      <p:sp>
        <p:nvSpPr>
          <p:cNvPr id="68" name="文字｜σ_{total}(E)"/>
          <p:cNvSpPr txBox="1"/>
          <p:nvPr/>
        </p:nvSpPr>
        <p:spPr>
          <a:xfrm>
            <a:off x="590550" y="7991475"/>
            <a:ext cx="3543300" cy="8096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975" b="0">
                <a:solidFill>
                  <a:srgbClr val="111111"/>
                </a:solidFill>
                <a:latin typeface="Noto Sans CJK JP"/>
              </a:defRPr>
            </a:pPr>
            <a:r>
              <a:rPr sz="3975" b="0">
                <a:solidFill>
                  <a:srgbClr val="111111"/>
                </a:solidFill>
                <a:latin typeface="Noto Sans CJK JP"/>
                <a:ea typeface="Noto Sans CJK JP"/>
              </a:rPr>
              <a:t>σ</a:t>
            </a:r>
            <a:r>
              <a:rPr sz="2861" b="0" baseline="-22000">
                <a:solidFill>
                  <a:srgbClr val="111111"/>
                </a:solidFill>
                <a:latin typeface="Noto Sans CJK JP"/>
                <a:ea typeface="Noto Sans CJK JP"/>
              </a:rPr>
              <a:t>total</a:t>
            </a:r>
            <a:r>
              <a:rPr sz="3975" b="0">
                <a:solidFill>
                  <a:srgbClr val="111111"/>
                </a:solidFill>
                <a:latin typeface="Noto Sans CJK JP"/>
                <a:ea typeface="Noto Sans CJK JP"/>
              </a:rPr>
              <a:t>(E)</a:t>
            </a:r>
          </a:p>
        </p:txBody>
      </p:sp>
      <p:sp>
        <p:nvSpPr>
          <p:cNvPr id="69" name="文字｜≠"/>
          <p:cNvSpPr txBox="1"/>
          <p:nvPr/>
        </p:nvSpPr>
        <p:spPr>
          <a:xfrm>
            <a:off x="4486275" y="7800975"/>
            <a:ext cx="676275" cy="971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4950" b="0">
                <a:solidFill>
                  <a:srgbClr val="111111"/>
                </a:solidFill>
                <a:latin typeface="Noto Sans CJK JP"/>
              </a:defRPr>
            </a:pPr>
            <a:r>
              <a:rPr sz="4950" b="0">
                <a:solidFill>
                  <a:srgbClr val="111111"/>
                </a:solidFill>
                <a:latin typeface="Noto Sans CJK JP"/>
                <a:ea typeface="Noto Sans CJK JP"/>
              </a:rPr>
              <a:t>≠</a:t>
            </a:r>
          </a:p>
        </p:txBody>
      </p:sp>
      <p:sp>
        <p:nvSpPr>
          <p:cNvPr id="70" name="枠｜"/>
          <p:cNvSpPr/>
          <p:nvPr/>
        </p:nvSpPr>
        <p:spPr>
          <a:xfrm>
            <a:off x="5353050" y="7343775"/>
            <a:ext cx="3629025" cy="1914525"/>
          </a:xfrm>
          <a:prstGeom prst="rect">
            <a:avLst/>
          </a:prstGeom>
          <a:noFill/>
          <a:ln w="1524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図形"/>
          <p:cNvSpPr/>
          <p:nvPr/>
        </p:nvSpPr>
        <p:spPr>
          <a:xfrm>
            <a:off x="5362575" y="7353299"/>
            <a:ext cx="3609975" cy="476250"/>
          </a:xfrm>
          <a:prstGeom prst="rect">
            <a:avLst/>
          </a:prstGeom>
          <a:solidFill>
            <a:srgbClr val="EEE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文字｜生成物ごとの分岐"/>
          <p:cNvSpPr txBox="1"/>
          <p:nvPr/>
        </p:nvSpPr>
        <p:spPr>
          <a:xfrm>
            <a:off x="5495925" y="7391400"/>
            <a:ext cx="3343275" cy="381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175" b="1">
                <a:solidFill>
                  <a:srgbClr val="111111"/>
                </a:solidFill>
                <a:latin typeface="Noto Sans CJK JP"/>
              </a:defRPr>
            </a:pPr>
            <a:r>
              <a:rPr sz="2175" b="1">
                <a:solidFill>
                  <a:srgbClr val="111111"/>
                </a:solidFill>
                <a:latin typeface="Noto Sans CJK JP"/>
                <a:ea typeface="Noto Sans CJK JP"/>
              </a:rPr>
              <a:t>生成物ごとの分岐</a:t>
            </a:r>
          </a:p>
        </p:txBody>
      </p:sp>
      <p:sp>
        <p:nvSpPr>
          <p:cNvPr id="73" name="文字｜σ_{CF₃⁺}(E)&#10;σ_{CF₂⁺}(E)&#10;σ_{F⁺}(E)"/>
          <p:cNvSpPr txBox="1"/>
          <p:nvPr/>
        </p:nvSpPr>
        <p:spPr>
          <a:xfrm>
            <a:off x="5648325" y="7867649"/>
            <a:ext cx="3028950" cy="12858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75" b="0">
                <a:solidFill>
                  <a:srgbClr val="111111"/>
                </a:solidFill>
                <a:latin typeface="Noto Sans CJK JP"/>
              </a:defRPr>
            </a:pPr>
            <a:r>
              <a:rPr sz="2475" b="0">
                <a:solidFill>
                  <a:srgbClr val="111111"/>
                </a:solidFill>
                <a:latin typeface="Noto Sans CJK JP"/>
                <a:ea typeface="Noto Sans CJK JP"/>
              </a:rPr>
              <a:t>σ</a:t>
            </a:r>
            <a:r>
              <a:rPr sz="1782" b="0" baseline="-22000">
                <a:solidFill>
                  <a:srgbClr val="111111"/>
                </a:solidFill>
                <a:latin typeface="Noto Sans CJK JP"/>
                <a:ea typeface="Noto Sans CJK JP"/>
              </a:rPr>
              <a:t>CF₃⁺</a:t>
            </a:r>
            <a:r>
              <a:rPr sz="2475" b="0">
                <a:solidFill>
                  <a:srgbClr val="111111"/>
                </a:solidFill>
                <a:latin typeface="Noto Sans CJK JP"/>
                <a:ea typeface="Noto Sans CJK JP"/>
              </a:rPr>
              <a:t>(E)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2475" b="0">
                <a:solidFill>
                  <a:srgbClr val="111111"/>
                </a:solidFill>
                <a:latin typeface="Noto Sans CJK JP"/>
              </a:defRPr>
            </a:pPr>
            <a:r>
              <a:rPr sz="2475" b="0">
                <a:solidFill>
                  <a:srgbClr val="111111"/>
                </a:solidFill>
                <a:latin typeface="Noto Sans CJK JP"/>
                <a:ea typeface="Noto Sans CJK JP"/>
              </a:rPr>
              <a:t>σ</a:t>
            </a:r>
            <a:r>
              <a:rPr sz="1782" b="0" baseline="-22000">
                <a:solidFill>
                  <a:srgbClr val="111111"/>
                </a:solidFill>
                <a:latin typeface="Noto Sans CJK JP"/>
                <a:ea typeface="Noto Sans CJK JP"/>
              </a:rPr>
              <a:t>CF₂⁺</a:t>
            </a:r>
            <a:r>
              <a:rPr sz="2475" b="0">
                <a:solidFill>
                  <a:srgbClr val="111111"/>
                </a:solidFill>
                <a:latin typeface="Noto Sans CJK JP"/>
                <a:ea typeface="Noto Sans CJK JP"/>
              </a:rPr>
              <a:t>(E)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2475" b="0">
                <a:solidFill>
                  <a:srgbClr val="111111"/>
                </a:solidFill>
                <a:latin typeface="Noto Sans CJK JP"/>
              </a:defRPr>
            </a:pPr>
            <a:r>
              <a:rPr sz="2475" b="0">
                <a:solidFill>
                  <a:srgbClr val="111111"/>
                </a:solidFill>
                <a:latin typeface="Noto Sans CJK JP"/>
                <a:ea typeface="Noto Sans CJK JP"/>
              </a:rPr>
              <a:t>σ</a:t>
            </a:r>
            <a:r>
              <a:rPr sz="1782" b="0" baseline="-22000">
                <a:solidFill>
                  <a:srgbClr val="111111"/>
                </a:solidFill>
                <a:latin typeface="Noto Sans CJK JP"/>
                <a:ea typeface="Noto Sans CJK JP"/>
              </a:rPr>
              <a:t>F⁺</a:t>
            </a:r>
            <a:r>
              <a:rPr sz="2475" b="0">
                <a:solidFill>
                  <a:srgbClr val="111111"/>
                </a:solidFill>
                <a:latin typeface="Noto Sans CJK JP"/>
                <a:ea typeface="Noto Sans CJK JP"/>
              </a:rPr>
              <a:t>(E)</a:t>
            </a:r>
          </a:p>
        </p:txBody>
      </p:sp>
      <p:sp>
        <p:nvSpPr>
          <p:cNvPr id="74" name="枠｜"/>
          <p:cNvSpPr/>
          <p:nvPr/>
        </p:nvSpPr>
        <p:spPr>
          <a:xfrm>
            <a:off x="11020425" y="7343775"/>
            <a:ext cx="3267075" cy="1914525"/>
          </a:xfrm>
          <a:prstGeom prst="rect">
            <a:avLst/>
          </a:prstGeom>
          <a:noFill/>
          <a:ln w="15240">
            <a:solidFill>
              <a:srgbClr val="11111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図形"/>
          <p:cNvSpPr/>
          <p:nvPr/>
        </p:nvSpPr>
        <p:spPr>
          <a:xfrm>
            <a:off x="11029950" y="7353299"/>
            <a:ext cx="3248025" cy="476250"/>
          </a:xfrm>
          <a:prstGeom prst="rect">
            <a:avLst/>
          </a:prstGeom>
          <a:solidFill>
            <a:srgbClr val="EA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文字｜外部の速度論ソルバー"/>
          <p:cNvSpPr txBox="1"/>
          <p:nvPr/>
        </p:nvSpPr>
        <p:spPr>
          <a:xfrm>
            <a:off x="11125200" y="7381874"/>
            <a:ext cx="3057525" cy="3905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11111"/>
                </a:solidFill>
                <a:latin typeface="Noto Sans CJK JP"/>
              </a:defRPr>
            </a:pPr>
            <a:r>
              <a:rPr sz="1875" b="1">
                <a:solidFill>
                  <a:srgbClr val="111111"/>
                </a:solidFill>
                <a:latin typeface="Noto Sans CJK JP"/>
                <a:ea typeface="Noto Sans CJK JP"/>
              </a:rPr>
              <a:t>外部の速度論ソルバー</a:t>
            </a:r>
          </a:p>
        </p:txBody>
      </p:sp>
      <p:sp>
        <p:nvSpPr>
          <p:cNvPr id="77" name="文字｜k = ⟨σv⟩"/>
          <p:cNvSpPr txBox="1"/>
          <p:nvPr/>
        </p:nvSpPr>
        <p:spPr>
          <a:xfrm>
            <a:off x="11229975" y="7915275"/>
            <a:ext cx="2847975" cy="6762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600" b="0">
                <a:solidFill>
                  <a:srgbClr val="111111"/>
                </a:solidFill>
                <a:latin typeface="Noto Sans CJK JP"/>
              </a:defRPr>
            </a:pPr>
            <a:r>
              <a:rPr sz="3600" b="0">
                <a:solidFill>
                  <a:srgbClr val="111111"/>
                </a:solidFill>
                <a:latin typeface="Noto Sans CJK JP"/>
                <a:ea typeface="Noto Sans CJK JP"/>
              </a:rPr>
              <a:t>k = ⟨σv⟩</a:t>
            </a:r>
          </a:p>
        </p:txBody>
      </p:sp>
      <p:sp>
        <p:nvSpPr>
          <p:cNvPr id="78" name="文字｜generate の外部で計算"/>
          <p:cNvSpPr txBox="1"/>
          <p:nvPr/>
        </p:nvSpPr>
        <p:spPr>
          <a:xfrm>
            <a:off x="11201400" y="8648700"/>
            <a:ext cx="2924175" cy="381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111111"/>
                </a:solidFill>
                <a:latin typeface="Noto Sans CJK JP"/>
              </a:defRPr>
            </a:pPr>
            <a:r>
              <a:rPr sz="1725" b="0">
                <a:solidFill>
                  <a:srgbClr val="111111"/>
                </a:solidFill>
                <a:latin typeface="Noto Sans CJK JP"/>
                <a:ea typeface="Noto Sans CJK JP"/>
              </a:rPr>
              <a:t>generate の外部で計算</a:t>
            </a:r>
          </a:p>
        </p:txBody>
      </p:sp>
      <p:sp>
        <p:nvSpPr>
          <p:cNvPr id="79" name="文字｜データ構造の模式図｜曲線は説明用であり、計算値・測定値ではない"/>
          <p:cNvSpPr txBox="1"/>
          <p:nvPr/>
        </p:nvSpPr>
        <p:spPr>
          <a:xfrm>
            <a:off x="238125" y="9277350"/>
            <a:ext cx="14154150" cy="3143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111111"/>
                </a:solidFill>
                <a:latin typeface="Noto Sans CJK JP"/>
              </a:defRPr>
            </a:pPr>
            <a:r>
              <a:rPr sz="1575" b="0">
                <a:solidFill>
                  <a:srgbClr val="111111"/>
                </a:solidFill>
                <a:latin typeface="Noto Sans CJK JP"/>
                <a:ea typeface="Noto Sans CJK JP"/>
              </a:rPr>
              <a:t>データ構造の模式図｜曲線は説明用であり、計算値・測定値ではない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字｜05 / 生成エンタルピーから反応エネルギーを補完"/>
          <p:cNvSpPr txBox="1"/>
          <p:nvPr/>
        </p:nvSpPr>
        <p:spPr>
          <a:xfrm>
            <a:off x="247649" y="47625"/>
            <a:ext cx="14135100" cy="6572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300" b="1">
                <a:solidFill>
                  <a:srgbClr val="111111"/>
                </a:solidFill>
                <a:latin typeface="Noto Sans CJK JP"/>
              </a:defRPr>
            </a:pPr>
            <a:r>
              <a:rPr sz="3300" b="1">
                <a:solidFill>
                  <a:srgbClr val="111111"/>
                </a:solidFill>
                <a:latin typeface="Noto Sans CJK JP"/>
                <a:ea typeface="Noto Sans CJK JP"/>
              </a:rPr>
              <a:t>05 / 生成エンタルピーから反応エネルギーを補完</a:t>
            </a:r>
          </a:p>
        </p:txBody>
      </p:sp>
      <p:sp>
        <p:nvSpPr>
          <p:cNvPr id="3" name="文字｜A"/>
          <p:cNvSpPr txBox="1"/>
          <p:nvPr/>
        </p:nvSpPr>
        <p:spPr>
          <a:xfrm>
            <a:off x="304800" y="990599"/>
            <a:ext cx="428625" cy="4381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50" b="1">
                <a:solidFill>
                  <a:srgbClr val="111111"/>
                </a:solidFill>
                <a:latin typeface="Noto Sans CJK JP"/>
              </a:defRPr>
            </a:pPr>
            <a:r>
              <a:rPr sz="2250" b="1">
                <a:solidFill>
                  <a:srgbClr val="111111"/>
                </a:solidFill>
                <a:latin typeface="Noto Sans CJK JP"/>
                <a:ea typeface="Noto Sans CJK JP"/>
              </a:rPr>
              <a:t>A</a:t>
            </a:r>
          </a:p>
        </p:txBody>
      </p:sp>
      <p:sp>
        <p:nvSpPr>
          <p:cNvPr id="4" name="文字｜反応物"/>
          <p:cNvSpPr txBox="1"/>
          <p:nvPr/>
        </p:nvSpPr>
        <p:spPr>
          <a:xfrm>
            <a:off x="2647950" y="1009650"/>
            <a:ext cx="2038349" cy="4381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25" b="1">
                <a:solidFill>
                  <a:srgbClr val="111111"/>
                </a:solidFill>
                <a:latin typeface="Noto Sans CJK JP"/>
              </a:defRPr>
            </a:pPr>
            <a:r>
              <a:rPr sz="2025" b="1">
                <a:solidFill>
                  <a:srgbClr val="111111"/>
                </a:solidFill>
                <a:latin typeface="Noto Sans CJK JP"/>
                <a:ea typeface="Noto Sans CJK JP"/>
              </a:rPr>
              <a:t>反応物</a:t>
            </a:r>
          </a:p>
        </p:txBody>
      </p:sp>
      <p:sp>
        <p:nvSpPr>
          <p:cNvPr id="5" name="文字｜生成物"/>
          <p:cNvSpPr txBox="1"/>
          <p:nvPr/>
        </p:nvSpPr>
        <p:spPr>
          <a:xfrm>
            <a:off x="10820400" y="1009650"/>
            <a:ext cx="2667000" cy="4381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25" b="1">
                <a:solidFill>
                  <a:srgbClr val="111111"/>
                </a:solidFill>
                <a:latin typeface="Noto Sans CJK JP"/>
              </a:defRPr>
            </a:pPr>
            <a:r>
              <a:rPr sz="2025" b="1">
                <a:solidFill>
                  <a:srgbClr val="111111"/>
                </a:solidFill>
                <a:latin typeface="Noto Sans CJK JP"/>
                <a:ea typeface="Noto Sans CJK JP"/>
              </a:rPr>
              <a:t>生成物</a:t>
            </a:r>
          </a:p>
        </p:txBody>
      </p:sp>
      <p:grpSp>
        <p:nvGrpSpPr>
          <p:cNvPr id="6" name="分子・化学種｜Ar+"/>
          <p:cNvGrpSpPr/>
          <p:nvPr/>
        </p:nvGrpSpPr>
        <p:grpSpPr>
          <a:xfrm>
            <a:off x="1058037" y="1629537"/>
            <a:ext cx="839906" cy="770000"/>
            <a:chOff x="1058037" y="1629537"/>
            <a:chExt cx="839906" cy="770000"/>
          </a:xfrm>
        </p:grpSpPr>
        <p:sp>
          <p:nvSpPr>
            <p:cNvPr id="7" name="原子｜Ar"/>
            <p:cNvSpPr/>
            <p:nvPr/>
          </p:nvSpPr>
          <p:spPr>
            <a:xfrm>
              <a:off x="1058037" y="1791462"/>
              <a:ext cx="608075" cy="608075"/>
            </a:xfrm>
            <a:prstGeom prst="ellipse">
              <a:avLst/>
            </a:prstGeom>
            <a:solidFill>
              <a:srgbClr val="BBA6DB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文字｜Ar"/>
            <p:cNvSpPr txBox="1"/>
            <p:nvPr/>
          </p:nvSpPr>
          <p:spPr>
            <a:xfrm>
              <a:off x="1058037" y="1791462"/>
              <a:ext cx="608075" cy="60807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2400" b="0">
                  <a:solidFill>
                    <a:srgbClr val="111111"/>
                  </a:solidFill>
                  <a:latin typeface="Noto Sans CJK JP"/>
                </a:defRPr>
              </a:pPr>
              <a:r>
                <a:rPr sz="2400" b="0">
                  <a:solidFill>
                    <a:srgbClr val="111111"/>
                  </a:solidFill>
                  <a:latin typeface="Noto Sans CJK JP"/>
                  <a:ea typeface="Noto Sans CJK JP"/>
                </a:rPr>
                <a:t>Ar</a:t>
              </a:r>
            </a:p>
          </p:txBody>
        </p:sp>
        <p:sp>
          <p:nvSpPr>
            <p:cNvPr id="9" name="文字｜+"/>
            <p:cNvSpPr txBox="1"/>
            <p:nvPr/>
          </p:nvSpPr>
          <p:spPr>
            <a:xfrm>
              <a:off x="1593143" y="1629537"/>
              <a:ext cx="304800" cy="32385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2325" b="0">
                  <a:solidFill>
                    <a:srgbClr val="111111"/>
                  </a:solidFill>
                  <a:latin typeface="Noto Sans CJK JP"/>
                </a:defRPr>
              </a:pPr>
              <a:r>
                <a:rPr sz="2325" b="0">
                  <a:solidFill>
                    <a:srgbClr val="111111"/>
                  </a:solidFill>
                  <a:latin typeface="Noto Sans CJK JP"/>
                  <a:ea typeface="Noto Sans CJK JP"/>
                </a:rPr>
                <a:t>+</a:t>
              </a:r>
            </a:p>
          </p:txBody>
        </p:sp>
      </p:grpSp>
      <p:sp>
        <p:nvSpPr>
          <p:cNvPr id="10" name="文字｜Ar⁺"/>
          <p:cNvSpPr txBox="1"/>
          <p:nvPr/>
        </p:nvSpPr>
        <p:spPr>
          <a:xfrm>
            <a:off x="952500" y="2857500"/>
            <a:ext cx="904875" cy="361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25" b="0">
                <a:solidFill>
                  <a:srgbClr val="111111"/>
                </a:solidFill>
                <a:latin typeface="Noto Sans CJK JP"/>
              </a:defRPr>
            </a:pPr>
            <a:r>
              <a:rPr sz="2025" b="0">
                <a:solidFill>
                  <a:srgbClr val="111111"/>
                </a:solidFill>
                <a:latin typeface="Noto Sans CJK JP"/>
                <a:ea typeface="Noto Sans CJK JP"/>
              </a:rPr>
              <a:t>Ar⁺</a:t>
            </a:r>
          </a:p>
        </p:txBody>
      </p:sp>
      <p:grpSp>
        <p:nvGrpSpPr>
          <p:cNvPr id="11" name="分子・化学種｜CF4"/>
          <p:cNvGrpSpPr/>
          <p:nvPr/>
        </p:nvGrpSpPr>
        <p:grpSpPr>
          <a:xfrm>
            <a:off x="3223260" y="1331594"/>
            <a:ext cx="1592579" cy="1500378"/>
            <a:chOff x="3223260" y="1331594"/>
            <a:chExt cx="1592579" cy="1500378"/>
          </a:xfrm>
        </p:grpSpPr>
        <p:cxnSp>
          <p:nvCxnSpPr>
            <p:cNvPr id="12" name="結合線・接続線"/>
            <p:cNvCxnSpPr/>
            <p:nvPr/>
          </p:nvCxnSpPr>
          <p:spPr>
            <a:xfrm flipV="1">
              <a:off x="4019549" y="1524381"/>
              <a:ext cx="0" cy="561594"/>
            </a:xfrm>
            <a:prstGeom prst="line">
              <a:avLst/>
            </a:prstGeom>
            <a:ln w="21907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結合線・接続線"/>
            <p:cNvCxnSpPr/>
            <p:nvPr/>
          </p:nvCxnSpPr>
          <p:spPr>
            <a:xfrm flipH="1">
              <a:off x="3416046" y="2085975"/>
              <a:ext cx="603503" cy="0"/>
            </a:xfrm>
            <a:prstGeom prst="line">
              <a:avLst/>
            </a:prstGeom>
            <a:ln w="21907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結合線・接続線"/>
            <p:cNvCxnSpPr/>
            <p:nvPr/>
          </p:nvCxnSpPr>
          <p:spPr>
            <a:xfrm>
              <a:off x="4019549" y="2085975"/>
              <a:ext cx="603505" cy="0"/>
            </a:xfrm>
            <a:prstGeom prst="line">
              <a:avLst/>
            </a:prstGeom>
            <a:ln w="21907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結合線・接続線"/>
            <p:cNvCxnSpPr/>
            <p:nvPr/>
          </p:nvCxnSpPr>
          <p:spPr>
            <a:xfrm>
              <a:off x="4019549" y="2085975"/>
              <a:ext cx="0" cy="553212"/>
            </a:xfrm>
            <a:prstGeom prst="line">
              <a:avLst/>
            </a:prstGeom>
            <a:ln w="21907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原子｜F"/>
            <p:cNvSpPr/>
            <p:nvPr/>
          </p:nvSpPr>
          <p:spPr>
            <a:xfrm>
              <a:off x="3826763" y="1331594"/>
              <a:ext cx="385571" cy="385571"/>
            </a:xfrm>
            <a:prstGeom prst="ellipse">
              <a:avLst/>
            </a:prstGeom>
            <a:solidFill>
              <a:srgbClr val="AED396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文字｜F"/>
            <p:cNvSpPr txBox="1"/>
            <p:nvPr/>
          </p:nvSpPr>
          <p:spPr>
            <a:xfrm>
              <a:off x="3826763" y="1331594"/>
              <a:ext cx="385571" cy="385571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639" b="0">
                  <a:solidFill>
                    <a:srgbClr val="111111"/>
                  </a:solidFill>
                  <a:latin typeface="Noto Sans CJK JP"/>
                </a:defRPr>
              </a:pPr>
              <a:r>
                <a:rPr sz="1639" b="0">
                  <a:solidFill>
                    <a:srgbClr val="111111"/>
                  </a:solidFill>
                  <a:latin typeface="Noto Sans CJK JP"/>
                  <a:ea typeface="Noto Sans CJK JP"/>
                </a:rPr>
                <a:t>F</a:t>
              </a:r>
            </a:p>
          </p:txBody>
        </p:sp>
        <p:sp>
          <p:nvSpPr>
            <p:cNvPr id="18" name="原子｜F"/>
            <p:cNvSpPr/>
            <p:nvPr/>
          </p:nvSpPr>
          <p:spPr>
            <a:xfrm>
              <a:off x="3223260" y="1893189"/>
              <a:ext cx="385571" cy="385571"/>
            </a:xfrm>
            <a:prstGeom prst="ellipse">
              <a:avLst/>
            </a:prstGeom>
            <a:solidFill>
              <a:srgbClr val="AED396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文字｜F"/>
            <p:cNvSpPr txBox="1"/>
            <p:nvPr/>
          </p:nvSpPr>
          <p:spPr>
            <a:xfrm>
              <a:off x="3223260" y="1893189"/>
              <a:ext cx="385571" cy="385571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639" b="0">
                  <a:solidFill>
                    <a:srgbClr val="111111"/>
                  </a:solidFill>
                  <a:latin typeface="Noto Sans CJK JP"/>
                </a:defRPr>
              </a:pPr>
              <a:r>
                <a:rPr sz="1639" b="0">
                  <a:solidFill>
                    <a:srgbClr val="111111"/>
                  </a:solidFill>
                  <a:latin typeface="Noto Sans CJK JP"/>
                  <a:ea typeface="Noto Sans CJK JP"/>
                </a:rPr>
                <a:t>F</a:t>
              </a:r>
            </a:p>
          </p:txBody>
        </p:sp>
        <p:sp>
          <p:nvSpPr>
            <p:cNvPr id="20" name="原子｜F"/>
            <p:cNvSpPr/>
            <p:nvPr/>
          </p:nvSpPr>
          <p:spPr>
            <a:xfrm>
              <a:off x="4430268" y="1893189"/>
              <a:ext cx="385571" cy="385571"/>
            </a:xfrm>
            <a:prstGeom prst="ellipse">
              <a:avLst/>
            </a:prstGeom>
            <a:solidFill>
              <a:srgbClr val="AED396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文字｜F"/>
            <p:cNvSpPr txBox="1"/>
            <p:nvPr/>
          </p:nvSpPr>
          <p:spPr>
            <a:xfrm>
              <a:off x="4430268" y="1893189"/>
              <a:ext cx="385571" cy="385571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639" b="0">
                  <a:solidFill>
                    <a:srgbClr val="111111"/>
                  </a:solidFill>
                  <a:latin typeface="Noto Sans CJK JP"/>
                </a:defRPr>
              </a:pPr>
              <a:r>
                <a:rPr sz="1639" b="0">
                  <a:solidFill>
                    <a:srgbClr val="111111"/>
                  </a:solidFill>
                  <a:latin typeface="Noto Sans CJK JP"/>
                  <a:ea typeface="Noto Sans CJK JP"/>
                </a:rPr>
                <a:t>F</a:t>
              </a:r>
            </a:p>
          </p:txBody>
        </p:sp>
        <p:sp>
          <p:nvSpPr>
            <p:cNvPr id="22" name="原子｜F"/>
            <p:cNvSpPr/>
            <p:nvPr/>
          </p:nvSpPr>
          <p:spPr>
            <a:xfrm>
              <a:off x="3826763" y="2446401"/>
              <a:ext cx="385571" cy="385571"/>
            </a:xfrm>
            <a:prstGeom prst="ellipse">
              <a:avLst/>
            </a:prstGeom>
            <a:solidFill>
              <a:srgbClr val="AED396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文字｜F"/>
            <p:cNvSpPr txBox="1"/>
            <p:nvPr/>
          </p:nvSpPr>
          <p:spPr>
            <a:xfrm>
              <a:off x="3826763" y="2446401"/>
              <a:ext cx="385571" cy="385571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639" b="0">
                  <a:solidFill>
                    <a:srgbClr val="111111"/>
                  </a:solidFill>
                  <a:latin typeface="Noto Sans CJK JP"/>
                </a:defRPr>
              </a:pPr>
              <a:r>
                <a:rPr sz="1639" b="0">
                  <a:solidFill>
                    <a:srgbClr val="111111"/>
                  </a:solidFill>
                  <a:latin typeface="Noto Sans CJK JP"/>
                  <a:ea typeface="Noto Sans CJK JP"/>
                </a:rPr>
                <a:t>F</a:t>
              </a:r>
            </a:p>
          </p:txBody>
        </p:sp>
        <p:sp>
          <p:nvSpPr>
            <p:cNvPr id="24" name="原子｜C"/>
            <p:cNvSpPr/>
            <p:nvPr/>
          </p:nvSpPr>
          <p:spPr>
            <a:xfrm>
              <a:off x="3793236" y="1859661"/>
              <a:ext cx="452628" cy="452628"/>
            </a:xfrm>
            <a:prstGeom prst="ellipse">
              <a:avLst/>
            </a:prstGeom>
            <a:solidFill>
              <a:srgbClr val="555958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文字｜C"/>
            <p:cNvSpPr txBox="1"/>
            <p:nvPr/>
          </p:nvSpPr>
          <p:spPr>
            <a:xfrm>
              <a:off x="3793236" y="1859661"/>
              <a:ext cx="452628" cy="45262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924" b="0">
                  <a:solidFill>
                    <a:srgbClr val="FFFFFF"/>
                  </a:solidFill>
                  <a:latin typeface="Noto Sans CJK JP"/>
                </a:defRPr>
              </a:pPr>
              <a:r>
                <a:rPr sz="1924" b="0">
                  <a:solidFill>
                    <a:srgbClr val="FFFFFF"/>
                  </a:solidFill>
                  <a:latin typeface="Noto Sans CJK JP"/>
                  <a:ea typeface="Noto Sans CJK JP"/>
                </a:rPr>
                <a:t>C</a:t>
              </a:r>
            </a:p>
          </p:txBody>
        </p:sp>
      </p:grpSp>
      <p:sp>
        <p:nvSpPr>
          <p:cNvPr id="26" name="文字｜CF₄"/>
          <p:cNvSpPr txBox="1"/>
          <p:nvPr/>
        </p:nvSpPr>
        <p:spPr>
          <a:xfrm>
            <a:off x="3495675" y="2857500"/>
            <a:ext cx="1047749" cy="361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25" b="0">
                <a:solidFill>
                  <a:srgbClr val="111111"/>
                </a:solidFill>
                <a:latin typeface="Noto Sans CJK JP"/>
              </a:defRPr>
            </a:pPr>
            <a:r>
              <a:rPr sz="2025" b="0">
                <a:solidFill>
                  <a:srgbClr val="111111"/>
                </a:solidFill>
                <a:latin typeface="Noto Sans CJK JP"/>
                <a:ea typeface="Noto Sans CJK JP"/>
              </a:rPr>
              <a:t>CF₄</a:t>
            </a:r>
          </a:p>
        </p:txBody>
      </p:sp>
      <p:cxnSp>
        <p:nvCxnSpPr>
          <p:cNvPr id="27" name="結合線・接続線"/>
          <p:cNvCxnSpPr/>
          <p:nvPr/>
        </p:nvCxnSpPr>
        <p:spPr>
          <a:xfrm>
            <a:off x="5800725" y="2152650"/>
            <a:ext cx="3048000" cy="0"/>
          </a:xfrm>
          <a:prstGeom prst="line">
            <a:avLst/>
          </a:prstGeom>
          <a:ln w="38100">
            <a:solidFill>
              <a:srgbClr val="11111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字｜Ar⁺ + CF₄ → Ar + CF₃⁺ + F"/>
          <p:cNvSpPr txBox="1"/>
          <p:nvPr/>
        </p:nvSpPr>
        <p:spPr>
          <a:xfrm>
            <a:off x="5267325" y="2381250"/>
            <a:ext cx="4133849" cy="4667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11111"/>
                </a:solidFill>
                <a:latin typeface="Noto Sans CJK JP"/>
              </a:defRPr>
            </a:pPr>
            <a:r>
              <a:rPr sz="2100" b="0">
                <a:solidFill>
                  <a:srgbClr val="111111"/>
                </a:solidFill>
                <a:latin typeface="Noto Sans CJK JP"/>
                <a:ea typeface="Noto Sans CJK JP"/>
              </a:rPr>
              <a:t>Ar⁺ + CF₄ → Ar + CF₃⁺ + F</a:t>
            </a:r>
          </a:p>
        </p:txBody>
      </p:sp>
      <p:grpSp>
        <p:nvGrpSpPr>
          <p:cNvPr id="29" name="分子・化学種｜Ar"/>
          <p:cNvGrpSpPr/>
          <p:nvPr/>
        </p:nvGrpSpPr>
        <p:grpSpPr>
          <a:xfrm>
            <a:off x="9646919" y="1788795"/>
            <a:ext cx="613410" cy="613410"/>
            <a:chOff x="9646919" y="1788795"/>
            <a:chExt cx="613410" cy="613410"/>
          </a:xfrm>
        </p:grpSpPr>
        <p:sp>
          <p:nvSpPr>
            <p:cNvPr id="30" name="原子｜Ar"/>
            <p:cNvSpPr/>
            <p:nvPr/>
          </p:nvSpPr>
          <p:spPr>
            <a:xfrm>
              <a:off x="9646919" y="1788795"/>
              <a:ext cx="613410" cy="613410"/>
            </a:xfrm>
            <a:prstGeom prst="ellipse">
              <a:avLst/>
            </a:prstGeom>
            <a:solidFill>
              <a:srgbClr val="BBA6DB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文字｜Ar"/>
            <p:cNvSpPr txBox="1"/>
            <p:nvPr/>
          </p:nvSpPr>
          <p:spPr>
            <a:xfrm>
              <a:off x="9646919" y="1788795"/>
              <a:ext cx="613410" cy="61341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2400" b="0">
                  <a:solidFill>
                    <a:srgbClr val="111111"/>
                  </a:solidFill>
                  <a:latin typeface="Noto Sans CJK JP"/>
                </a:defRPr>
              </a:pPr>
              <a:r>
                <a:rPr sz="2400" b="0">
                  <a:solidFill>
                    <a:srgbClr val="111111"/>
                  </a:solidFill>
                  <a:latin typeface="Noto Sans CJK JP"/>
                  <a:ea typeface="Noto Sans CJK JP"/>
                </a:rPr>
                <a:t>Ar</a:t>
              </a:r>
            </a:p>
          </p:txBody>
        </p:sp>
      </p:grpSp>
      <p:sp>
        <p:nvSpPr>
          <p:cNvPr id="32" name="文字｜Ar"/>
          <p:cNvSpPr txBox="1"/>
          <p:nvPr/>
        </p:nvSpPr>
        <p:spPr>
          <a:xfrm>
            <a:off x="9563100" y="2857500"/>
            <a:ext cx="904875" cy="361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25" b="0">
                <a:solidFill>
                  <a:srgbClr val="111111"/>
                </a:solidFill>
                <a:latin typeface="Noto Sans CJK JP"/>
              </a:defRPr>
            </a:pPr>
            <a:r>
              <a:rPr sz="2025" b="0">
                <a:solidFill>
                  <a:srgbClr val="111111"/>
                </a:solidFill>
                <a:latin typeface="Noto Sans CJK JP"/>
                <a:ea typeface="Noto Sans CJK JP"/>
              </a:rPr>
              <a:t>Ar</a:t>
            </a:r>
          </a:p>
        </p:txBody>
      </p:sp>
      <p:grpSp>
        <p:nvGrpSpPr>
          <p:cNvPr id="33" name="分子・化学種｜CF3+"/>
          <p:cNvGrpSpPr/>
          <p:nvPr/>
        </p:nvGrpSpPr>
        <p:grpSpPr>
          <a:xfrm>
            <a:off x="11185398" y="1388744"/>
            <a:ext cx="1458467" cy="1299209"/>
            <a:chOff x="11185398" y="1388744"/>
            <a:chExt cx="1458467" cy="1299209"/>
          </a:xfrm>
        </p:grpSpPr>
        <p:cxnSp>
          <p:nvCxnSpPr>
            <p:cNvPr id="34" name="結合線・接続線"/>
            <p:cNvCxnSpPr/>
            <p:nvPr/>
          </p:nvCxnSpPr>
          <p:spPr>
            <a:xfrm flipV="1">
              <a:off x="11906250" y="1581531"/>
              <a:ext cx="0" cy="561594"/>
            </a:xfrm>
            <a:prstGeom prst="line">
              <a:avLst/>
            </a:prstGeom>
            <a:ln w="21907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結合線・接続線"/>
            <p:cNvCxnSpPr/>
            <p:nvPr/>
          </p:nvCxnSpPr>
          <p:spPr>
            <a:xfrm flipH="1">
              <a:off x="11378184" y="2143125"/>
              <a:ext cx="528066" cy="343661"/>
            </a:xfrm>
            <a:prstGeom prst="line">
              <a:avLst/>
            </a:prstGeom>
            <a:ln w="21907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結合線・接続線"/>
            <p:cNvCxnSpPr/>
            <p:nvPr/>
          </p:nvCxnSpPr>
          <p:spPr>
            <a:xfrm>
              <a:off x="11906250" y="2143125"/>
              <a:ext cx="544830" cy="352044"/>
            </a:xfrm>
            <a:prstGeom prst="line">
              <a:avLst/>
            </a:prstGeom>
            <a:ln w="21907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原子｜F"/>
            <p:cNvSpPr/>
            <p:nvPr/>
          </p:nvSpPr>
          <p:spPr>
            <a:xfrm>
              <a:off x="11713464" y="1388744"/>
              <a:ext cx="385571" cy="385571"/>
            </a:xfrm>
            <a:prstGeom prst="ellipse">
              <a:avLst/>
            </a:prstGeom>
            <a:solidFill>
              <a:srgbClr val="AED396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文字｜F"/>
            <p:cNvSpPr txBox="1"/>
            <p:nvPr/>
          </p:nvSpPr>
          <p:spPr>
            <a:xfrm>
              <a:off x="11713464" y="1388744"/>
              <a:ext cx="385571" cy="385571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639" b="0">
                  <a:solidFill>
                    <a:srgbClr val="111111"/>
                  </a:solidFill>
                  <a:latin typeface="Noto Sans CJK JP"/>
                </a:defRPr>
              </a:pPr>
              <a:r>
                <a:rPr sz="1639" b="0">
                  <a:solidFill>
                    <a:srgbClr val="111111"/>
                  </a:solidFill>
                  <a:latin typeface="Noto Sans CJK JP"/>
                  <a:ea typeface="Noto Sans CJK JP"/>
                </a:rPr>
                <a:t>F</a:t>
              </a:r>
            </a:p>
          </p:txBody>
        </p:sp>
        <p:sp>
          <p:nvSpPr>
            <p:cNvPr id="39" name="原子｜F"/>
            <p:cNvSpPr/>
            <p:nvPr/>
          </p:nvSpPr>
          <p:spPr>
            <a:xfrm>
              <a:off x="11185398" y="2294000"/>
              <a:ext cx="385571" cy="385571"/>
            </a:xfrm>
            <a:prstGeom prst="ellipse">
              <a:avLst/>
            </a:prstGeom>
            <a:solidFill>
              <a:srgbClr val="AED396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文字｜F"/>
            <p:cNvSpPr txBox="1"/>
            <p:nvPr/>
          </p:nvSpPr>
          <p:spPr>
            <a:xfrm>
              <a:off x="11185398" y="2294000"/>
              <a:ext cx="385571" cy="385571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639" b="0">
                  <a:solidFill>
                    <a:srgbClr val="111111"/>
                  </a:solidFill>
                  <a:latin typeface="Noto Sans CJK JP"/>
                </a:defRPr>
              </a:pPr>
              <a:r>
                <a:rPr sz="1639" b="0">
                  <a:solidFill>
                    <a:srgbClr val="111111"/>
                  </a:solidFill>
                  <a:latin typeface="Noto Sans CJK JP"/>
                  <a:ea typeface="Noto Sans CJK JP"/>
                </a:rPr>
                <a:t>F</a:t>
              </a:r>
            </a:p>
          </p:txBody>
        </p:sp>
        <p:sp>
          <p:nvSpPr>
            <p:cNvPr id="41" name="原子｜F"/>
            <p:cNvSpPr/>
            <p:nvPr/>
          </p:nvSpPr>
          <p:spPr>
            <a:xfrm>
              <a:off x="12258294" y="2302382"/>
              <a:ext cx="385571" cy="385571"/>
            </a:xfrm>
            <a:prstGeom prst="ellipse">
              <a:avLst/>
            </a:prstGeom>
            <a:solidFill>
              <a:srgbClr val="AED396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文字｜F"/>
            <p:cNvSpPr txBox="1"/>
            <p:nvPr/>
          </p:nvSpPr>
          <p:spPr>
            <a:xfrm>
              <a:off x="12258294" y="2302382"/>
              <a:ext cx="385571" cy="385571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639" b="0">
                  <a:solidFill>
                    <a:srgbClr val="111111"/>
                  </a:solidFill>
                  <a:latin typeface="Noto Sans CJK JP"/>
                </a:defRPr>
              </a:pPr>
              <a:r>
                <a:rPr sz="1639" b="0">
                  <a:solidFill>
                    <a:srgbClr val="111111"/>
                  </a:solidFill>
                  <a:latin typeface="Noto Sans CJK JP"/>
                  <a:ea typeface="Noto Sans CJK JP"/>
                </a:rPr>
                <a:t>F</a:t>
              </a:r>
            </a:p>
          </p:txBody>
        </p:sp>
        <p:sp>
          <p:nvSpPr>
            <p:cNvPr id="43" name="原子｜C"/>
            <p:cNvSpPr/>
            <p:nvPr/>
          </p:nvSpPr>
          <p:spPr>
            <a:xfrm>
              <a:off x="11679936" y="1916811"/>
              <a:ext cx="452628" cy="452628"/>
            </a:xfrm>
            <a:prstGeom prst="ellipse">
              <a:avLst/>
            </a:prstGeom>
            <a:solidFill>
              <a:srgbClr val="555958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文字｜C"/>
            <p:cNvSpPr txBox="1"/>
            <p:nvPr/>
          </p:nvSpPr>
          <p:spPr>
            <a:xfrm>
              <a:off x="11679936" y="1916811"/>
              <a:ext cx="452628" cy="45262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924" b="0">
                  <a:solidFill>
                    <a:srgbClr val="FFFFFF"/>
                  </a:solidFill>
                  <a:latin typeface="Noto Sans CJK JP"/>
                </a:defRPr>
              </a:pPr>
              <a:r>
                <a:rPr sz="1924" b="0">
                  <a:solidFill>
                    <a:srgbClr val="FFFFFF"/>
                  </a:solidFill>
                  <a:latin typeface="Noto Sans CJK JP"/>
                  <a:ea typeface="Noto Sans CJK JP"/>
                </a:rPr>
                <a:t>C</a:t>
              </a:r>
            </a:p>
          </p:txBody>
        </p:sp>
        <p:sp>
          <p:nvSpPr>
            <p:cNvPr id="45" name="文字｜+"/>
            <p:cNvSpPr txBox="1"/>
            <p:nvPr/>
          </p:nvSpPr>
          <p:spPr>
            <a:xfrm>
              <a:off x="12099036" y="1799463"/>
              <a:ext cx="293370" cy="31013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979" b="0">
                  <a:solidFill>
                    <a:srgbClr val="111111"/>
                  </a:solidFill>
                  <a:latin typeface="Noto Sans CJK JP"/>
                </a:defRPr>
              </a:pPr>
              <a:r>
                <a:rPr sz="1979" b="0">
                  <a:solidFill>
                    <a:srgbClr val="111111"/>
                  </a:solidFill>
                  <a:latin typeface="Noto Sans CJK JP"/>
                  <a:ea typeface="Noto Sans CJK JP"/>
                </a:rPr>
                <a:t>+</a:t>
              </a:r>
            </a:p>
          </p:txBody>
        </p:sp>
      </p:grpSp>
      <p:sp>
        <p:nvSpPr>
          <p:cNvPr id="46" name="文字｜CF₃⁺"/>
          <p:cNvSpPr txBox="1"/>
          <p:nvPr/>
        </p:nvSpPr>
        <p:spPr>
          <a:xfrm>
            <a:off x="11325225" y="2857500"/>
            <a:ext cx="1200150" cy="361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25" b="0">
                <a:solidFill>
                  <a:srgbClr val="111111"/>
                </a:solidFill>
                <a:latin typeface="Noto Sans CJK JP"/>
              </a:defRPr>
            </a:pPr>
            <a:r>
              <a:rPr sz="2025" b="0">
                <a:solidFill>
                  <a:srgbClr val="111111"/>
                </a:solidFill>
                <a:latin typeface="Noto Sans CJK JP"/>
                <a:ea typeface="Noto Sans CJK JP"/>
              </a:rPr>
              <a:t>CF₃⁺</a:t>
            </a:r>
          </a:p>
        </p:txBody>
      </p:sp>
      <p:grpSp>
        <p:nvGrpSpPr>
          <p:cNvPr id="47" name="分子・化学種｜F"/>
          <p:cNvGrpSpPr/>
          <p:nvPr/>
        </p:nvGrpSpPr>
        <p:grpSpPr>
          <a:xfrm>
            <a:off x="13399770" y="1874520"/>
            <a:ext cx="480060" cy="480060"/>
            <a:chOff x="13399770" y="1874520"/>
            <a:chExt cx="480060" cy="480060"/>
          </a:xfrm>
        </p:grpSpPr>
        <p:sp>
          <p:nvSpPr>
            <p:cNvPr id="48" name="原子｜F"/>
            <p:cNvSpPr/>
            <p:nvPr/>
          </p:nvSpPr>
          <p:spPr>
            <a:xfrm>
              <a:off x="13399770" y="1874520"/>
              <a:ext cx="480060" cy="480060"/>
            </a:xfrm>
            <a:prstGeom prst="ellipse">
              <a:avLst/>
            </a:prstGeom>
            <a:solidFill>
              <a:srgbClr val="AED396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文字｜F"/>
            <p:cNvSpPr txBox="1"/>
            <p:nvPr/>
          </p:nvSpPr>
          <p:spPr>
            <a:xfrm>
              <a:off x="13399770" y="1874520"/>
              <a:ext cx="480060" cy="48006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2041" b="0">
                  <a:solidFill>
                    <a:srgbClr val="111111"/>
                  </a:solidFill>
                  <a:latin typeface="Noto Sans CJK JP"/>
                </a:defRPr>
              </a:pPr>
              <a:r>
                <a:rPr sz="2041" b="0">
                  <a:solidFill>
                    <a:srgbClr val="111111"/>
                  </a:solidFill>
                  <a:latin typeface="Noto Sans CJK JP"/>
                  <a:ea typeface="Noto Sans CJK JP"/>
                </a:rPr>
                <a:t>F</a:t>
              </a:r>
            </a:p>
          </p:txBody>
        </p:sp>
      </p:grpSp>
      <p:sp>
        <p:nvSpPr>
          <p:cNvPr id="50" name="文字｜F"/>
          <p:cNvSpPr txBox="1"/>
          <p:nvPr/>
        </p:nvSpPr>
        <p:spPr>
          <a:xfrm>
            <a:off x="13201650" y="2857500"/>
            <a:ext cx="914400" cy="361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25" b="0">
                <a:solidFill>
                  <a:srgbClr val="111111"/>
                </a:solidFill>
                <a:latin typeface="Noto Sans CJK JP"/>
              </a:defRPr>
            </a:pPr>
            <a:r>
              <a:rPr sz="2025" b="0">
                <a:solidFill>
                  <a:srgbClr val="111111"/>
                </a:solidFill>
                <a:latin typeface="Noto Sans CJK JP"/>
                <a:ea typeface="Noto Sans CJK JP"/>
              </a:rPr>
              <a:t>F</a:t>
            </a:r>
          </a:p>
        </p:txBody>
      </p:sp>
      <p:sp>
        <p:nvSpPr>
          <p:cNvPr id="51" name="枠｜"/>
          <p:cNvSpPr/>
          <p:nvPr/>
        </p:nvSpPr>
        <p:spPr>
          <a:xfrm>
            <a:off x="600075" y="3267075"/>
            <a:ext cx="1581150" cy="533400"/>
          </a:xfrm>
          <a:prstGeom prst="rect">
            <a:avLst/>
          </a:prstGeom>
          <a:solidFill>
            <a:srgbClr val="EFF6FC"/>
          </a:solidFill>
          <a:ln w="15240">
            <a:solidFill>
              <a:srgbClr val="2248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結合線・接続線"/>
          <p:cNvCxnSpPr/>
          <p:nvPr/>
        </p:nvCxnSpPr>
        <p:spPr>
          <a:xfrm>
            <a:off x="733425" y="3381375"/>
            <a:ext cx="276225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結合線・接続線"/>
          <p:cNvCxnSpPr/>
          <p:nvPr/>
        </p:nvCxnSpPr>
        <p:spPr>
          <a:xfrm>
            <a:off x="733425" y="3457575"/>
            <a:ext cx="276225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結合線・接続線"/>
          <p:cNvCxnSpPr/>
          <p:nvPr/>
        </p:nvCxnSpPr>
        <p:spPr>
          <a:xfrm>
            <a:off x="733425" y="3533775"/>
            <a:ext cx="276225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結合線・接続線"/>
          <p:cNvCxnSpPr/>
          <p:nvPr/>
        </p:nvCxnSpPr>
        <p:spPr>
          <a:xfrm>
            <a:off x="733425" y="3609975"/>
            <a:ext cx="276225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結合線・接続線"/>
          <p:cNvCxnSpPr/>
          <p:nvPr/>
        </p:nvCxnSpPr>
        <p:spPr>
          <a:xfrm>
            <a:off x="733425" y="3686175"/>
            <a:ext cx="276225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字｜H_{f}(Ar⁺)"/>
          <p:cNvSpPr txBox="1"/>
          <p:nvPr/>
        </p:nvSpPr>
        <p:spPr>
          <a:xfrm>
            <a:off x="1133475" y="3286125"/>
            <a:ext cx="1000125" cy="4952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111111"/>
                </a:solidFill>
                <a:latin typeface="Noto Sans CJK JP"/>
              </a:defRPr>
            </a:pPr>
            <a:r>
              <a:rPr sz="1650" b="0">
                <a:solidFill>
                  <a:srgbClr val="111111"/>
                </a:solidFill>
                <a:latin typeface="Noto Sans CJK JP"/>
                <a:ea typeface="Noto Sans CJK JP"/>
              </a:rPr>
              <a:t>H</a:t>
            </a:r>
            <a:r>
              <a:rPr sz="1188" b="0" baseline="-22000">
                <a:solidFill>
                  <a:srgbClr val="111111"/>
                </a:solidFill>
                <a:latin typeface="Noto Sans CJK JP"/>
                <a:ea typeface="Noto Sans CJK JP"/>
              </a:rPr>
              <a:t>f</a:t>
            </a:r>
            <a:r>
              <a:rPr sz="1650" b="0">
                <a:solidFill>
                  <a:srgbClr val="111111"/>
                </a:solidFill>
                <a:latin typeface="Noto Sans CJK JP"/>
                <a:ea typeface="Noto Sans CJK JP"/>
              </a:rPr>
              <a:t>(Ar⁺)</a:t>
            </a:r>
          </a:p>
        </p:txBody>
      </p:sp>
      <p:sp>
        <p:nvSpPr>
          <p:cNvPr id="58" name="枠｜"/>
          <p:cNvSpPr/>
          <p:nvPr/>
        </p:nvSpPr>
        <p:spPr>
          <a:xfrm>
            <a:off x="3076575" y="3267075"/>
            <a:ext cx="1866899" cy="533400"/>
          </a:xfrm>
          <a:prstGeom prst="rect">
            <a:avLst/>
          </a:prstGeom>
          <a:solidFill>
            <a:srgbClr val="EFF6FC"/>
          </a:solidFill>
          <a:ln w="15240">
            <a:solidFill>
              <a:srgbClr val="2248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結合線・接続線"/>
          <p:cNvCxnSpPr/>
          <p:nvPr/>
        </p:nvCxnSpPr>
        <p:spPr>
          <a:xfrm>
            <a:off x="3209925" y="3381375"/>
            <a:ext cx="276225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結合線・接続線"/>
          <p:cNvCxnSpPr/>
          <p:nvPr/>
        </p:nvCxnSpPr>
        <p:spPr>
          <a:xfrm>
            <a:off x="3209925" y="3457575"/>
            <a:ext cx="276225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結合線・接続線"/>
          <p:cNvCxnSpPr/>
          <p:nvPr/>
        </p:nvCxnSpPr>
        <p:spPr>
          <a:xfrm>
            <a:off x="3209925" y="3533775"/>
            <a:ext cx="276225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結合線・接続線"/>
          <p:cNvCxnSpPr/>
          <p:nvPr/>
        </p:nvCxnSpPr>
        <p:spPr>
          <a:xfrm>
            <a:off x="3209925" y="3609975"/>
            <a:ext cx="276225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結合線・接続線"/>
          <p:cNvCxnSpPr/>
          <p:nvPr/>
        </p:nvCxnSpPr>
        <p:spPr>
          <a:xfrm>
            <a:off x="3209925" y="3686175"/>
            <a:ext cx="276225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文字｜H_{f}(CF₄)"/>
          <p:cNvSpPr txBox="1"/>
          <p:nvPr/>
        </p:nvSpPr>
        <p:spPr>
          <a:xfrm>
            <a:off x="3609975" y="3286125"/>
            <a:ext cx="1285875" cy="4952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111111"/>
                </a:solidFill>
                <a:latin typeface="Noto Sans CJK JP"/>
              </a:defRPr>
            </a:pPr>
            <a:r>
              <a:rPr sz="1650" b="0">
                <a:solidFill>
                  <a:srgbClr val="111111"/>
                </a:solidFill>
                <a:latin typeface="Noto Sans CJK JP"/>
                <a:ea typeface="Noto Sans CJK JP"/>
              </a:rPr>
              <a:t>H</a:t>
            </a:r>
            <a:r>
              <a:rPr sz="1188" b="0" baseline="-22000">
                <a:solidFill>
                  <a:srgbClr val="111111"/>
                </a:solidFill>
                <a:latin typeface="Noto Sans CJK JP"/>
                <a:ea typeface="Noto Sans CJK JP"/>
              </a:rPr>
              <a:t>f</a:t>
            </a:r>
            <a:r>
              <a:rPr sz="1650" b="0">
                <a:solidFill>
                  <a:srgbClr val="111111"/>
                </a:solidFill>
                <a:latin typeface="Noto Sans CJK JP"/>
                <a:ea typeface="Noto Sans CJK JP"/>
              </a:rPr>
              <a:t>(CF₄)</a:t>
            </a:r>
          </a:p>
        </p:txBody>
      </p:sp>
      <p:sp>
        <p:nvSpPr>
          <p:cNvPr id="65" name="枠｜"/>
          <p:cNvSpPr/>
          <p:nvPr/>
        </p:nvSpPr>
        <p:spPr>
          <a:xfrm>
            <a:off x="9344025" y="3267075"/>
            <a:ext cx="1285875" cy="533400"/>
          </a:xfrm>
          <a:prstGeom prst="rect">
            <a:avLst/>
          </a:prstGeom>
          <a:solidFill>
            <a:srgbClr val="EFF6FC"/>
          </a:solidFill>
          <a:ln w="15240">
            <a:solidFill>
              <a:srgbClr val="2248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" name="結合線・接続線"/>
          <p:cNvCxnSpPr/>
          <p:nvPr/>
        </p:nvCxnSpPr>
        <p:spPr>
          <a:xfrm>
            <a:off x="9477375" y="3381375"/>
            <a:ext cx="276225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結合線・接続線"/>
          <p:cNvCxnSpPr/>
          <p:nvPr/>
        </p:nvCxnSpPr>
        <p:spPr>
          <a:xfrm>
            <a:off x="9477375" y="3457575"/>
            <a:ext cx="276225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結合線・接続線"/>
          <p:cNvCxnSpPr/>
          <p:nvPr/>
        </p:nvCxnSpPr>
        <p:spPr>
          <a:xfrm>
            <a:off x="9477375" y="3533775"/>
            <a:ext cx="276225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結合線・接続線"/>
          <p:cNvCxnSpPr/>
          <p:nvPr/>
        </p:nvCxnSpPr>
        <p:spPr>
          <a:xfrm>
            <a:off x="9477375" y="3609975"/>
            <a:ext cx="276225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結合線・接続線"/>
          <p:cNvCxnSpPr/>
          <p:nvPr/>
        </p:nvCxnSpPr>
        <p:spPr>
          <a:xfrm>
            <a:off x="9477375" y="3686175"/>
            <a:ext cx="276225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文字｜H_{f}(Ar)"/>
          <p:cNvSpPr txBox="1"/>
          <p:nvPr/>
        </p:nvSpPr>
        <p:spPr>
          <a:xfrm>
            <a:off x="9877425" y="3286125"/>
            <a:ext cx="704850" cy="4952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111111"/>
                </a:solidFill>
                <a:latin typeface="Noto Sans CJK JP"/>
              </a:defRPr>
            </a:pPr>
            <a:r>
              <a:rPr sz="1650" b="0">
                <a:solidFill>
                  <a:srgbClr val="111111"/>
                </a:solidFill>
                <a:latin typeface="Noto Sans CJK JP"/>
                <a:ea typeface="Noto Sans CJK JP"/>
              </a:rPr>
              <a:t>H</a:t>
            </a:r>
            <a:r>
              <a:rPr sz="1188" b="0" baseline="-22000">
                <a:solidFill>
                  <a:srgbClr val="111111"/>
                </a:solidFill>
                <a:latin typeface="Noto Sans CJK JP"/>
                <a:ea typeface="Noto Sans CJK JP"/>
              </a:rPr>
              <a:t>f</a:t>
            </a:r>
            <a:r>
              <a:rPr sz="1650" b="0">
                <a:solidFill>
                  <a:srgbClr val="111111"/>
                </a:solidFill>
                <a:latin typeface="Noto Sans CJK JP"/>
                <a:ea typeface="Noto Sans CJK JP"/>
              </a:rPr>
              <a:t>(Ar)</a:t>
            </a:r>
          </a:p>
        </p:txBody>
      </p:sp>
      <p:sp>
        <p:nvSpPr>
          <p:cNvPr id="72" name="枠｜"/>
          <p:cNvSpPr/>
          <p:nvPr/>
        </p:nvSpPr>
        <p:spPr>
          <a:xfrm>
            <a:off x="11115675" y="3267075"/>
            <a:ext cx="1638300" cy="533400"/>
          </a:xfrm>
          <a:prstGeom prst="rect">
            <a:avLst/>
          </a:prstGeom>
          <a:solidFill>
            <a:srgbClr val="EFF6FC"/>
          </a:solidFill>
          <a:ln w="15240">
            <a:solidFill>
              <a:srgbClr val="2248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" name="結合線・接続線"/>
          <p:cNvCxnSpPr/>
          <p:nvPr/>
        </p:nvCxnSpPr>
        <p:spPr>
          <a:xfrm>
            <a:off x="11249025" y="3381375"/>
            <a:ext cx="276225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結合線・接続線"/>
          <p:cNvCxnSpPr/>
          <p:nvPr/>
        </p:nvCxnSpPr>
        <p:spPr>
          <a:xfrm>
            <a:off x="11249025" y="3457575"/>
            <a:ext cx="276225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結合線・接続線"/>
          <p:cNvCxnSpPr/>
          <p:nvPr/>
        </p:nvCxnSpPr>
        <p:spPr>
          <a:xfrm>
            <a:off x="11249025" y="3533775"/>
            <a:ext cx="276225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結合線・接続線"/>
          <p:cNvCxnSpPr/>
          <p:nvPr/>
        </p:nvCxnSpPr>
        <p:spPr>
          <a:xfrm>
            <a:off x="11249025" y="3609975"/>
            <a:ext cx="276225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結合線・接続線"/>
          <p:cNvCxnSpPr/>
          <p:nvPr/>
        </p:nvCxnSpPr>
        <p:spPr>
          <a:xfrm>
            <a:off x="11249025" y="3686175"/>
            <a:ext cx="276225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文字｜H_{f}(CF₃⁺)"/>
          <p:cNvSpPr txBox="1"/>
          <p:nvPr/>
        </p:nvSpPr>
        <p:spPr>
          <a:xfrm>
            <a:off x="11649075" y="3286125"/>
            <a:ext cx="1057275" cy="4952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16" b="0">
                <a:solidFill>
                  <a:srgbClr val="111111"/>
                </a:solidFill>
                <a:latin typeface="Noto Sans CJK JP"/>
              </a:defRPr>
            </a:pPr>
            <a:r>
              <a:rPr sz="1616" b="0">
                <a:solidFill>
                  <a:srgbClr val="111111"/>
                </a:solidFill>
                <a:latin typeface="Noto Sans CJK JP"/>
                <a:ea typeface="Noto Sans CJK JP"/>
              </a:rPr>
              <a:t>H</a:t>
            </a:r>
            <a:r>
              <a:rPr sz="1163" b="0" baseline="-22000">
                <a:solidFill>
                  <a:srgbClr val="111111"/>
                </a:solidFill>
                <a:latin typeface="Noto Sans CJK JP"/>
                <a:ea typeface="Noto Sans CJK JP"/>
              </a:rPr>
              <a:t>f</a:t>
            </a:r>
            <a:r>
              <a:rPr sz="1616" b="0">
                <a:solidFill>
                  <a:srgbClr val="111111"/>
                </a:solidFill>
                <a:latin typeface="Noto Sans CJK JP"/>
                <a:ea typeface="Noto Sans CJK JP"/>
              </a:rPr>
              <a:t>(CF₃⁺)</a:t>
            </a:r>
          </a:p>
        </p:txBody>
      </p:sp>
      <p:sp>
        <p:nvSpPr>
          <p:cNvPr id="79" name="枠｜"/>
          <p:cNvSpPr/>
          <p:nvPr/>
        </p:nvSpPr>
        <p:spPr>
          <a:xfrm>
            <a:off x="13115925" y="3267075"/>
            <a:ext cx="1143000" cy="533400"/>
          </a:xfrm>
          <a:prstGeom prst="rect">
            <a:avLst/>
          </a:prstGeom>
          <a:solidFill>
            <a:srgbClr val="EFF6FC"/>
          </a:solidFill>
          <a:ln w="15240">
            <a:solidFill>
              <a:srgbClr val="2248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0" name="結合線・接続線"/>
          <p:cNvCxnSpPr/>
          <p:nvPr/>
        </p:nvCxnSpPr>
        <p:spPr>
          <a:xfrm>
            <a:off x="13249275" y="3381375"/>
            <a:ext cx="276225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結合線・接続線"/>
          <p:cNvCxnSpPr/>
          <p:nvPr/>
        </p:nvCxnSpPr>
        <p:spPr>
          <a:xfrm>
            <a:off x="13249275" y="3457575"/>
            <a:ext cx="276225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結合線・接続線"/>
          <p:cNvCxnSpPr/>
          <p:nvPr/>
        </p:nvCxnSpPr>
        <p:spPr>
          <a:xfrm>
            <a:off x="13249275" y="3533775"/>
            <a:ext cx="276225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結合線・接続線"/>
          <p:cNvCxnSpPr/>
          <p:nvPr/>
        </p:nvCxnSpPr>
        <p:spPr>
          <a:xfrm>
            <a:off x="13249275" y="3609975"/>
            <a:ext cx="276225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結合線・接続線"/>
          <p:cNvCxnSpPr/>
          <p:nvPr/>
        </p:nvCxnSpPr>
        <p:spPr>
          <a:xfrm>
            <a:off x="13249275" y="3686175"/>
            <a:ext cx="276225" cy="0"/>
          </a:xfrm>
          <a:prstGeom prst="line">
            <a:avLst/>
          </a:prstGeom>
          <a:ln w="952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文字｜H_{f}(F)"/>
          <p:cNvSpPr txBox="1"/>
          <p:nvPr/>
        </p:nvSpPr>
        <p:spPr>
          <a:xfrm>
            <a:off x="13649325" y="3286125"/>
            <a:ext cx="561975" cy="4952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111111"/>
                </a:solidFill>
                <a:latin typeface="Noto Sans CJK JP"/>
              </a:defRPr>
            </a:pPr>
            <a:r>
              <a:rPr sz="1650" b="0">
                <a:solidFill>
                  <a:srgbClr val="111111"/>
                </a:solidFill>
                <a:latin typeface="Noto Sans CJK JP"/>
                <a:ea typeface="Noto Sans CJK JP"/>
              </a:rPr>
              <a:t>H</a:t>
            </a:r>
            <a:r>
              <a:rPr sz="1188" b="0" baseline="-22000">
                <a:solidFill>
                  <a:srgbClr val="111111"/>
                </a:solidFill>
                <a:latin typeface="Noto Sans CJK JP"/>
                <a:ea typeface="Noto Sans CJK JP"/>
              </a:rPr>
              <a:t>f</a:t>
            </a:r>
            <a:r>
              <a:rPr sz="1650" b="0">
                <a:solidFill>
                  <a:srgbClr val="111111"/>
                </a:solidFill>
                <a:latin typeface="Noto Sans CJK JP"/>
                <a:ea typeface="Noto Sans CJK JP"/>
              </a:rPr>
              <a:t>(F)</a:t>
            </a:r>
          </a:p>
        </p:txBody>
      </p:sp>
      <p:sp>
        <p:nvSpPr>
          <p:cNvPr id="86" name="文字｜B　反応エネルギー"/>
          <p:cNvSpPr txBox="1"/>
          <p:nvPr/>
        </p:nvSpPr>
        <p:spPr>
          <a:xfrm>
            <a:off x="304800" y="3981450"/>
            <a:ext cx="7810499" cy="4286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50" b="1">
                <a:solidFill>
                  <a:srgbClr val="111111"/>
                </a:solidFill>
                <a:latin typeface="Noto Sans CJK JP"/>
              </a:defRPr>
            </a:pPr>
            <a:r>
              <a:rPr sz="2250" b="1">
                <a:solidFill>
                  <a:srgbClr val="111111"/>
                </a:solidFill>
                <a:latin typeface="Noto Sans CJK JP"/>
                <a:ea typeface="Noto Sans CJK JP"/>
              </a:rPr>
              <a:t>B　反応エネルギー</a:t>
            </a:r>
          </a:p>
        </p:txBody>
      </p:sp>
      <p:cxnSp>
        <p:nvCxnSpPr>
          <p:cNvPr id="87" name="結合線・接続線"/>
          <p:cNvCxnSpPr/>
          <p:nvPr/>
        </p:nvCxnSpPr>
        <p:spPr>
          <a:xfrm flipV="1">
            <a:off x="1371600" y="4505325"/>
            <a:ext cx="0" cy="1676400"/>
          </a:xfrm>
          <a:prstGeom prst="line">
            <a:avLst/>
          </a:prstGeom>
          <a:ln w="23812">
            <a:solidFill>
              <a:srgbClr val="11111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文字｜エンタルピー H"/>
          <p:cNvSpPr txBox="1"/>
          <p:nvPr/>
        </p:nvSpPr>
        <p:spPr>
          <a:xfrm rot="16200000">
            <a:off x="190500" y="5181600"/>
            <a:ext cx="1704975" cy="361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111111"/>
                </a:solidFill>
                <a:latin typeface="Noto Sans CJK JP"/>
              </a:defRPr>
            </a:pPr>
            <a:r>
              <a:rPr sz="1650" b="0">
                <a:solidFill>
                  <a:srgbClr val="111111"/>
                </a:solidFill>
                <a:latin typeface="Noto Sans CJK JP"/>
                <a:ea typeface="Noto Sans CJK JP"/>
              </a:rPr>
              <a:t>エンタルピー H</a:t>
            </a:r>
          </a:p>
        </p:txBody>
      </p:sp>
      <p:cxnSp>
        <p:nvCxnSpPr>
          <p:cNvPr id="89" name="結合線・接続線"/>
          <p:cNvCxnSpPr/>
          <p:nvPr/>
        </p:nvCxnSpPr>
        <p:spPr>
          <a:xfrm>
            <a:off x="2305050" y="4905375"/>
            <a:ext cx="3590925" cy="0"/>
          </a:xfrm>
          <a:prstGeom prst="line">
            <a:avLst/>
          </a:prstGeom>
          <a:ln w="31432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結合線・接続線"/>
          <p:cNvCxnSpPr/>
          <p:nvPr/>
        </p:nvCxnSpPr>
        <p:spPr>
          <a:xfrm>
            <a:off x="5572125" y="5848350"/>
            <a:ext cx="3505200" cy="0"/>
          </a:xfrm>
          <a:prstGeom prst="line">
            <a:avLst/>
          </a:prstGeom>
          <a:ln w="31432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結合線・接続線"/>
          <p:cNvCxnSpPr/>
          <p:nvPr/>
        </p:nvCxnSpPr>
        <p:spPr>
          <a:xfrm>
            <a:off x="5772150" y="4905375"/>
            <a:ext cx="0" cy="904875"/>
          </a:xfrm>
          <a:prstGeom prst="line">
            <a:avLst/>
          </a:prstGeom>
          <a:ln w="25717">
            <a:solidFill>
              <a:srgbClr val="11111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文字｜ΔE &lt; 0"/>
          <p:cNvSpPr txBox="1"/>
          <p:nvPr/>
        </p:nvSpPr>
        <p:spPr>
          <a:xfrm>
            <a:off x="6038850" y="5095875"/>
            <a:ext cx="169545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50" b="0">
                <a:solidFill>
                  <a:srgbClr val="111111"/>
                </a:solidFill>
                <a:latin typeface="Noto Sans CJK JP"/>
              </a:defRPr>
            </a:pPr>
            <a:r>
              <a:rPr sz="2250" b="0">
                <a:solidFill>
                  <a:srgbClr val="111111"/>
                </a:solidFill>
                <a:latin typeface="Noto Sans CJK JP"/>
                <a:ea typeface="Noto Sans CJK JP"/>
              </a:rPr>
              <a:t>ΔE &lt; 0</a:t>
            </a:r>
          </a:p>
        </p:txBody>
      </p:sp>
      <p:sp>
        <p:nvSpPr>
          <p:cNvPr id="93" name="文字｜Ar⁺ + CF₄（反応物）"/>
          <p:cNvSpPr txBox="1"/>
          <p:nvPr/>
        </p:nvSpPr>
        <p:spPr>
          <a:xfrm>
            <a:off x="2352675" y="4505325"/>
            <a:ext cx="3552825" cy="3524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11111"/>
                </a:solidFill>
                <a:latin typeface="Noto Sans CJK JP"/>
              </a:defRPr>
            </a:pPr>
            <a:r>
              <a:rPr sz="2100" b="0">
                <a:solidFill>
                  <a:srgbClr val="111111"/>
                </a:solidFill>
                <a:latin typeface="Noto Sans CJK JP"/>
                <a:ea typeface="Noto Sans CJK JP"/>
              </a:rPr>
              <a:t>Ar⁺ + CF₄（反応物）</a:t>
            </a:r>
          </a:p>
        </p:txBody>
      </p:sp>
      <p:sp>
        <p:nvSpPr>
          <p:cNvPr id="94" name="文字｜Ar + CF₃⁺ + F（生成物）"/>
          <p:cNvSpPr txBox="1"/>
          <p:nvPr/>
        </p:nvSpPr>
        <p:spPr>
          <a:xfrm>
            <a:off x="5543550" y="5886450"/>
            <a:ext cx="3886200" cy="4286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25" b="0">
                <a:solidFill>
                  <a:srgbClr val="111111"/>
                </a:solidFill>
                <a:latin typeface="Noto Sans CJK JP"/>
              </a:defRPr>
            </a:pPr>
            <a:r>
              <a:rPr sz="2025" b="0">
                <a:solidFill>
                  <a:srgbClr val="111111"/>
                </a:solidFill>
                <a:latin typeface="Noto Sans CJK JP"/>
                <a:ea typeface="Noto Sans CJK JP"/>
              </a:rPr>
              <a:t>Ar + CF₃⁺ + F（生成物）</a:t>
            </a:r>
          </a:p>
        </p:txBody>
      </p:sp>
      <p:sp>
        <p:nvSpPr>
          <p:cNvPr id="95" name="文字｜ΔE = ΣνH_{f}(生成物) − ΣνH_{f}(反応物)"/>
          <p:cNvSpPr txBox="1"/>
          <p:nvPr/>
        </p:nvSpPr>
        <p:spPr>
          <a:xfrm>
            <a:off x="9058275" y="4724400"/>
            <a:ext cx="5295900" cy="6572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175" b="0">
                <a:solidFill>
                  <a:srgbClr val="111111"/>
                </a:solidFill>
                <a:latin typeface="Noto Sans CJK JP"/>
              </a:defRPr>
            </a:pPr>
            <a:r>
              <a:rPr sz="2175" b="0">
                <a:solidFill>
                  <a:srgbClr val="111111"/>
                </a:solidFill>
                <a:latin typeface="Noto Sans CJK JP"/>
                <a:ea typeface="Noto Sans CJK JP"/>
              </a:rPr>
              <a:t>ΔE = ΣνH</a:t>
            </a:r>
            <a:r>
              <a:rPr sz="1566" b="0" baseline="-22000">
                <a:solidFill>
                  <a:srgbClr val="111111"/>
                </a:solidFill>
                <a:latin typeface="Noto Sans CJK JP"/>
                <a:ea typeface="Noto Sans CJK JP"/>
              </a:rPr>
              <a:t>f</a:t>
            </a:r>
            <a:r>
              <a:rPr sz="2175" b="0">
                <a:solidFill>
                  <a:srgbClr val="111111"/>
                </a:solidFill>
                <a:latin typeface="Noto Sans CJK JP"/>
                <a:ea typeface="Noto Sans CJK JP"/>
              </a:rPr>
              <a:t>(生成物) − ΣνH</a:t>
            </a:r>
            <a:r>
              <a:rPr sz="1566" b="0" baseline="-22000">
                <a:solidFill>
                  <a:srgbClr val="111111"/>
                </a:solidFill>
                <a:latin typeface="Noto Sans CJK JP"/>
                <a:ea typeface="Noto Sans CJK JP"/>
              </a:rPr>
              <a:t>f</a:t>
            </a:r>
            <a:r>
              <a:rPr sz="2175" b="0">
                <a:solidFill>
                  <a:srgbClr val="111111"/>
                </a:solidFill>
                <a:latin typeface="Noto Sans CJK JP"/>
                <a:ea typeface="Noto Sans CJK JP"/>
              </a:rPr>
              <a:t>(反応物)</a:t>
            </a:r>
          </a:p>
        </p:txBody>
      </p:sp>
      <p:sp>
        <p:nvSpPr>
          <p:cNvPr id="96" name="文字｜C　熱化学データの補完処理"/>
          <p:cNvSpPr txBox="1"/>
          <p:nvPr/>
        </p:nvSpPr>
        <p:spPr>
          <a:xfrm>
            <a:off x="304800" y="6457950"/>
            <a:ext cx="11430000" cy="4286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50" b="1">
                <a:solidFill>
                  <a:srgbClr val="111111"/>
                </a:solidFill>
                <a:latin typeface="Noto Sans CJK JP"/>
              </a:defRPr>
            </a:pPr>
            <a:r>
              <a:rPr sz="2250" b="1">
                <a:solidFill>
                  <a:srgbClr val="111111"/>
                </a:solidFill>
                <a:latin typeface="Noto Sans CJK JP"/>
                <a:ea typeface="Noto Sans CJK JP"/>
              </a:rPr>
              <a:t>C　熱化学データの補完処理</a:t>
            </a:r>
          </a:p>
        </p:txBody>
      </p:sp>
      <p:sp>
        <p:nvSpPr>
          <p:cNvPr id="97" name="文字｜全ての記録あり"/>
          <p:cNvSpPr txBox="1"/>
          <p:nvPr/>
        </p:nvSpPr>
        <p:spPr>
          <a:xfrm>
            <a:off x="323850" y="7181850"/>
            <a:ext cx="2600325" cy="4857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11111"/>
                </a:solidFill>
                <a:latin typeface="Noto Sans CJK JP"/>
              </a:defRPr>
            </a:pPr>
            <a:r>
              <a:rPr sz="1800" b="0">
                <a:solidFill>
                  <a:srgbClr val="111111"/>
                </a:solidFill>
                <a:latin typeface="Noto Sans CJK JP"/>
                <a:ea typeface="Noto Sans CJK JP"/>
              </a:rPr>
              <a:t>全ての記録あり</a:t>
            </a:r>
          </a:p>
        </p:txBody>
      </p:sp>
      <p:sp>
        <p:nvSpPr>
          <p:cNvPr id="98" name="枠｜"/>
          <p:cNvSpPr/>
          <p:nvPr/>
        </p:nvSpPr>
        <p:spPr>
          <a:xfrm>
            <a:off x="3009900" y="6915150"/>
            <a:ext cx="2800350" cy="1000125"/>
          </a:xfrm>
          <a:prstGeom prst="rect">
            <a:avLst/>
          </a:prstGeom>
          <a:solidFill>
            <a:srgbClr val="EFF6FC"/>
          </a:solidFill>
          <a:ln w="15240">
            <a:solidFill>
              <a:srgbClr val="2259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文字｜確認済みスナップショット"/>
          <p:cNvSpPr txBox="1"/>
          <p:nvPr/>
        </p:nvSpPr>
        <p:spPr>
          <a:xfrm>
            <a:off x="3067050" y="6934200"/>
            <a:ext cx="2686050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111111"/>
                </a:solidFill>
                <a:latin typeface="Noto Sans CJK JP"/>
              </a:defRPr>
            </a:pPr>
            <a:r>
              <a:rPr sz="1725" b="0">
                <a:solidFill>
                  <a:srgbClr val="111111"/>
                </a:solidFill>
                <a:latin typeface="Noto Sans CJK JP"/>
                <a:ea typeface="Noto Sans CJK JP"/>
              </a:rPr>
              <a:t>確認済みスナップショット</a:t>
            </a:r>
          </a:p>
        </p:txBody>
      </p:sp>
      <p:sp>
        <p:nvSpPr>
          <p:cNvPr id="100" name="文字｜Ar⁺, CF₄, Ar, CF₃⁺, F"/>
          <p:cNvSpPr txBox="1"/>
          <p:nvPr/>
        </p:nvSpPr>
        <p:spPr>
          <a:xfrm>
            <a:off x="3152775" y="7239000"/>
            <a:ext cx="2505075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80" b="0">
                <a:solidFill>
                  <a:srgbClr val="111111"/>
                </a:solidFill>
                <a:latin typeface="Noto Sans CJK JP"/>
              </a:defRPr>
            </a:pPr>
            <a:r>
              <a:rPr sz="1780" b="0">
                <a:solidFill>
                  <a:srgbClr val="111111"/>
                </a:solidFill>
                <a:latin typeface="Noto Sans CJK JP"/>
                <a:ea typeface="Noto Sans CJK JP"/>
              </a:rPr>
              <a:t>Ar⁺, CF₄, Ar, CF₃⁺, F</a:t>
            </a:r>
          </a:p>
        </p:txBody>
      </p:sp>
      <p:sp>
        <p:nvSpPr>
          <p:cNvPr id="101" name="文字｜標準生成エンタルピー"/>
          <p:cNvSpPr txBox="1"/>
          <p:nvPr/>
        </p:nvSpPr>
        <p:spPr>
          <a:xfrm>
            <a:off x="3133725" y="7600950"/>
            <a:ext cx="2543175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11111"/>
                </a:solidFill>
                <a:latin typeface="Noto Sans CJK JP"/>
              </a:defRPr>
            </a:pPr>
            <a:r>
              <a:rPr sz="1500" b="0">
                <a:solidFill>
                  <a:srgbClr val="111111"/>
                </a:solidFill>
                <a:latin typeface="Noto Sans CJK JP"/>
                <a:ea typeface="Noto Sans CJK JP"/>
              </a:rPr>
              <a:t>標準生成エンタルピー</a:t>
            </a:r>
          </a:p>
        </p:txBody>
      </p:sp>
      <p:cxnSp>
        <p:nvCxnSpPr>
          <p:cNvPr id="102" name="結合線・接続線"/>
          <p:cNvCxnSpPr/>
          <p:nvPr/>
        </p:nvCxnSpPr>
        <p:spPr>
          <a:xfrm>
            <a:off x="5934075" y="7400925"/>
            <a:ext cx="371475" cy="0"/>
          </a:xfrm>
          <a:prstGeom prst="line">
            <a:avLst/>
          </a:prstGeom>
          <a:ln w="23812">
            <a:solidFill>
              <a:srgbClr val="11111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枠｜"/>
          <p:cNvSpPr/>
          <p:nvPr/>
        </p:nvSpPr>
        <p:spPr>
          <a:xfrm>
            <a:off x="6448425" y="7000875"/>
            <a:ext cx="1123950" cy="695325"/>
          </a:xfrm>
          <a:prstGeom prst="rect">
            <a:avLst/>
          </a:prstGeom>
          <a:noFill/>
          <a:ln w="15240">
            <a:solidFill>
              <a:srgbClr val="2259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文字｜Σ"/>
          <p:cNvSpPr txBox="1"/>
          <p:nvPr/>
        </p:nvSpPr>
        <p:spPr>
          <a:xfrm>
            <a:off x="6610350" y="7029450"/>
            <a:ext cx="819150" cy="581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675" b="0">
                <a:solidFill>
                  <a:srgbClr val="111111"/>
                </a:solidFill>
                <a:latin typeface="Noto Sans CJK JP"/>
              </a:defRPr>
            </a:pPr>
            <a:r>
              <a:rPr sz="3675" b="0">
                <a:solidFill>
                  <a:srgbClr val="111111"/>
                </a:solidFill>
                <a:latin typeface="Noto Sans CJK JP"/>
                <a:ea typeface="Noto Sans CJK JP"/>
              </a:rPr>
              <a:t>Σ</a:t>
            </a:r>
          </a:p>
        </p:txBody>
      </p:sp>
      <p:sp>
        <p:nvSpPr>
          <p:cNvPr id="105" name="文字｜ΣνH_{f}"/>
          <p:cNvSpPr txBox="1"/>
          <p:nvPr/>
        </p:nvSpPr>
        <p:spPr>
          <a:xfrm>
            <a:off x="6581775" y="7686675"/>
            <a:ext cx="866775" cy="2762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111111"/>
                </a:solidFill>
                <a:latin typeface="Noto Sans CJK JP"/>
              </a:defRPr>
            </a:pPr>
            <a:r>
              <a:rPr sz="1725" b="0">
                <a:solidFill>
                  <a:srgbClr val="111111"/>
                </a:solidFill>
                <a:latin typeface="Noto Sans CJK JP"/>
                <a:ea typeface="Noto Sans CJK JP"/>
              </a:rPr>
              <a:t>ΣνH</a:t>
            </a:r>
            <a:r>
              <a:rPr sz="1242" b="0" baseline="-22000">
                <a:solidFill>
                  <a:srgbClr val="111111"/>
                </a:solidFill>
                <a:latin typeface="Noto Sans CJK JP"/>
                <a:ea typeface="Noto Sans CJK JP"/>
              </a:rPr>
              <a:t>f</a:t>
            </a:r>
          </a:p>
        </p:txBody>
      </p:sp>
      <p:cxnSp>
        <p:nvCxnSpPr>
          <p:cNvPr id="106" name="結合線・接続線"/>
          <p:cNvCxnSpPr/>
          <p:nvPr/>
        </p:nvCxnSpPr>
        <p:spPr>
          <a:xfrm>
            <a:off x="7705725" y="7400925"/>
            <a:ext cx="371475" cy="0"/>
          </a:xfrm>
          <a:prstGeom prst="line">
            <a:avLst/>
          </a:prstGeom>
          <a:ln w="23812">
            <a:solidFill>
              <a:srgbClr val="11111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枠｜"/>
          <p:cNvSpPr/>
          <p:nvPr/>
        </p:nvSpPr>
        <p:spPr>
          <a:xfrm>
            <a:off x="8201025" y="6915150"/>
            <a:ext cx="3133725" cy="1000125"/>
          </a:xfrm>
          <a:prstGeom prst="rect">
            <a:avLst/>
          </a:prstGeom>
          <a:solidFill>
            <a:srgbClr val="EFF6FC"/>
          </a:solidFill>
          <a:ln w="15240">
            <a:solidFill>
              <a:srgbClr val="2259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文字｜準備済み登録簿"/>
          <p:cNvSpPr txBox="1"/>
          <p:nvPr/>
        </p:nvSpPr>
        <p:spPr>
          <a:xfrm>
            <a:off x="8267699" y="6924675"/>
            <a:ext cx="3000375" cy="3143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11111"/>
                </a:solidFill>
                <a:latin typeface="Noto Sans CJK JP"/>
              </a:defRPr>
            </a:pPr>
            <a:r>
              <a:rPr sz="1800" b="0">
                <a:solidFill>
                  <a:srgbClr val="111111"/>
                </a:solidFill>
                <a:latin typeface="Noto Sans CJK JP"/>
                <a:ea typeface="Noto Sans CJK JP"/>
              </a:rPr>
              <a:t>準備済み登録簿</a:t>
            </a:r>
          </a:p>
        </p:txBody>
      </p:sp>
      <p:sp>
        <p:nvSpPr>
          <p:cNvPr id="109" name="文字｜反応記録 ＋ 出典情報"/>
          <p:cNvSpPr txBox="1"/>
          <p:nvPr/>
        </p:nvSpPr>
        <p:spPr>
          <a:xfrm>
            <a:off x="8286750" y="7334250"/>
            <a:ext cx="2962275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75" b="0">
                <a:solidFill>
                  <a:srgbClr val="111111"/>
                </a:solidFill>
                <a:latin typeface="Noto Sans CJK JP"/>
              </a:defRPr>
            </a:pPr>
            <a:r>
              <a:rPr sz="1875" b="0">
                <a:solidFill>
                  <a:srgbClr val="111111"/>
                </a:solidFill>
                <a:latin typeface="Noto Sans CJK JP"/>
                <a:ea typeface="Noto Sans CJK JP"/>
              </a:rPr>
              <a:t>反応記録 ＋ 出典情報</a:t>
            </a:r>
          </a:p>
        </p:txBody>
      </p:sp>
      <p:cxnSp>
        <p:nvCxnSpPr>
          <p:cNvPr id="110" name="結合線・接続線"/>
          <p:cNvCxnSpPr/>
          <p:nvPr/>
        </p:nvCxnSpPr>
        <p:spPr>
          <a:xfrm>
            <a:off x="11468100" y="7400925"/>
            <a:ext cx="419100" cy="0"/>
          </a:xfrm>
          <a:prstGeom prst="line">
            <a:avLst/>
          </a:prstGeom>
          <a:ln w="23812">
            <a:solidFill>
              <a:srgbClr val="11111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枠｜ΔE &lt; 0"/>
          <p:cNvSpPr/>
          <p:nvPr/>
        </p:nvSpPr>
        <p:spPr>
          <a:xfrm>
            <a:off x="12039600" y="7038975"/>
            <a:ext cx="2228850" cy="695325"/>
          </a:xfrm>
          <a:prstGeom prst="rect">
            <a:avLst/>
          </a:prstGeom>
          <a:solidFill>
            <a:srgbClr val="FFF9F8"/>
          </a:solidFill>
          <a:ln w="15240">
            <a:solidFill>
              <a:srgbClr val="C862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文字｜ΔE &lt; 0"/>
          <p:cNvSpPr txBox="1"/>
          <p:nvPr/>
        </p:nvSpPr>
        <p:spPr>
          <a:xfrm>
            <a:off x="12115800" y="7086600"/>
            <a:ext cx="2076450" cy="6000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325" b="0">
                <a:solidFill>
                  <a:srgbClr val="111111"/>
                </a:solidFill>
                <a:latin typeface="Noto Sans CJK JP"/>
              </a:defRPr>
            </a:pPr>
            <a:r>
              <a:rPr sz="2325" b="0">
                <a:solidFill>
                  <a:srgbClr val="111111"/>
                </a:solidFill>
                <a:latin typeface="Noto Sans CJK JP"/>
                <a:ea typeface="Noto Sans CJK JP"/>
              </a:rPr>
              <a:t>ΔE &lt; 0</a:t>
            </a:r>
          </a:p>
        </p:txBody>
      </p:sp>
      <p:sp>
        <p:nvSpPr>
          <p:cNvPr id="113" name="文字｜一部の記録が欠損"/>
          <p:cNvSpPr txBox="1"/>
          <p:nvPr/>
        </p:nvSpPr>
        <p:spPr>
          <a:xfrm>
            <a:off x="323850" y="8372475"/>
            <a:ext cx="2600325" cy="4857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11111"/>
                </a:solidFill>
                <a:latin typeface="Noto Sans CJK JP"/>
              </a:defRPr>
            </a:pPr>
            <a:r>
              <a:rPr sz="1800" b="0">
                <a:solidFill>
                  <a:srgbClr val="111111"/>
                </a:solidFill>
                <a:latin typeface="Noto Sans CJK JP"/>
                <a:ea typeface="Noto Sans CJK JP"/>
              </a:rPr>
              <a:t>一部の記録が欠損</a:t>
            </a:r>
          </a:p>
        </p:txBody>
      </p:sp>
      <p:sp>
        <p:nvSpPr>
          <p:cNvPr id="114" name="枠｜"/>
          <p:cNvSpPr/>
          <p:nvPr/>
        </p:nvSpPr>
        <p:spPr>
          <a:xfrm>
            <a:off x="3009900" y="8105775"/>
            <a:ext cx="2800350" cy="1000125"/>
          </a:xfrm>
          <a:prstGeom prst="rect">
            <a:avLst/>
          </a:prstGeom>
          <a:solidFill>
            <a:srgbClr val="EFF6FC"/>
          </a:solidFill>
          <a:ln w="15240">
            <a:solidFill>
              <a:srgbClr val="2259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文字｜確認済みスナップショット"/>
          <p:cNvSpPr txBox="1"/>
          <p:nvPr/>
        </p:nvSpPr>
        <p:spPr>
          <a:xfrm>
            <a:off x="3067050" y="8124824"/>
            <a:ext cx="2686050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111111"/>
                </a:solidFill>
                <a:latin typeface="Noto Sans CJK JP"/>
              </a:defRPr>
            </a:pPr>
            <a:r>
              <a:rPr sz="1725" b="0">
                <a:solidFill>
                  <a:srgbClr val="111111"/>
                </a:solidFill>
                <a:latin typeface="Noto Sans CJK JP"/>
                <a:ea typeface="Noto Sans CJK JP"/>
              </a:rPr>
              <a:t>確認済みスナップショット</a:t>
            </a:r>
          </a:p>
        </p:txBody>
      </p:sp>
      <p:sp>
        <p:nvSpPr>
          <p:cNvPr id="116" name="文字｜Ar⁺, CF₄, Ar, CF₃⁺, ?"/>
          <p:cNvSpPr txBox="1"/>
          <p:nvPr/>
        </p:nvSpPr>
        <p:spPr>
          <a:xfrm>
            <a:off x="3152775" y="8429625"/>
            <a:ext cx="2505075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93" b="0">
                <a:solidFill>
                  <a:srgbClr val="111111"/>
                </a:solidFill>
                <a:latin typeface="Noto Sans CJK JP"/>
              </a:defRPr>
            </a:pPr>
            <a:r>
              <a:rPr sz="1793" b="0">
                <a:solidFill>
                  <a:srgbClr val="111111"/>
                </a:solidFill>
                <a:latin typeface="Noto Sans CJK JP"/>
                <a:ea typeface="Noto Sans CJK JP"/>
              </a:rPr>
              <a:t>Ar⁺, CF₄, Ar, CF₃⁺, ?</a:t>
            </a:r>
          </a:p>
        </p:txBody>
      </p:sp>
      <p:sp>
        <p:nvSpPr>
          <p:cNvPr id="117" name="文字｜標準生成エンタルピー"/>
          <p:cNvSpPr txBox="1"/>
          <p:nvPr/>
        </p:nvSpPr>
        <p:spPr>
          <a:xfrm>
            <a:off x="3133725" y="8791575"/>
            <a:ext cx="2543175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11111"/>
                </a:solidFill>
                <a:latin typeface="Noto Sans CJK JP"/>
              </a:defRPr>
            </a:pPr>
            <a:r>
              <a:rPr sz="1500" b="0">
                <a:solidFill>
                  <a:srgbClr val="111111"/>
                </a:solidFill>
                <a:latin typeface="Noto Sans CJK JP"/>
                <a:ea typeface="Noto Sans CJK JP"/>
              </a:rPr>
              <a:t>標準生成エンタルピー</a:t>
            </a:r>
          </a:p>
        </p:txBody>
      </p:sp>
      <p:cxnSp>
        <p:nvCxnSpPr>
          <p:cNvPr id="118" name="結合線・接続線"/>
          <p:cNvCxnSpPr/>
          <p:nvPr/>
        </p:nvCxnSpPr>
        <p:spPr>
          <a:xfrm>
            <a:off x="5934075" y="8591550"/>
            <a:ext cx="371475" cy="0"/>
          </a:xfrm>
          <a:prstGeom prst="line">
            <a:avLst/>
          </a:prstGeom>
          <a:ln w="23812">
            <a:solidFill>
              <a:srgbClr val="11111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枠｜"/>
          <p:cNvSpPr/>
          <p:nvPr/>
        </p:nvSpPr>
        <p:spPr>
          <a:xfrm>
            <a:off x="6448425" y="8191500"/>
            <a:ext cx="1123950" cy="695325"/>
          </a:xfrm>
          <a:prstGeom prst="rect">
            <a:avLst/>
          </a:prstGeom>
          <a:noFill/>
          <a:ln w="15240">
            <a:solidFill>
              <a:srgbClr val="2259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文字｜Σ"/>
          <p:cNvSpPr txBox="1"/>
          <p:nvPr/>
        </p:nvSpPr>
        <p:spPr>
          <a:xfrm>
            <a:off x="6610350" y="8220075"/>
            <a:ext cx="819150" cy="581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675" b="0">
                <a:solidFill>
                  <a:srgbClr val="111111"/>
                </a:solidFill>
                <a:latin typeface="Noto Sans CJK JP"/>
              </a:defRPr>
            </a:pPr>
            <a:r>
              <a:rPr sz="3675" b="0">
                <a:solidFill>
                  <a:srgbClr val="111111"/>
                </a:solidFill>
                <a:latin typeface="Noto Sans CJK JP"/>
                <a:ea typeface="Noto Sans CJK JP"/>
              </a:rPr>
              <a:t>Σ</a:t>
            </a:r>
          </a:p>
        </p:txBody>
      </p:sp>
      <p:sp>
        <p:nvSpPr>
          <p:cNvPr id="121" name="文字｜ΣνH_{f}"/>
          <p:cNvSpPr txBox="1"/>
          <p:nvPr/>
        </p:nvSpPr>
        <p:spPr>
          <a:xfrm>
            <a:off x="6581775" y="8877300"/>
            <a:ext cx="866775" cy="2762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111111"/>
                </a:solidFill>
                <a:latin typeface="Noto Sans CJK JP"/>
              </a:defRPr>
            </a:pPr>
            <a:r>
              <a:rPr sz="1725" b="0">
                <a:solidFill>
                  <a:srgbClr val="111111"/>
                </a:solidFill>
                <a:latin typeface="Noto Sans CJK JP"/>
                <a:ea typeface="Noto Sans CJK JP"/>
              </a:rPr>
              <a:t>ΣνH</a:t>
            </a:r>
            <a:r>
              <a:rPr sz="1242" b="0" baseline="-22000">
                <a:solidFill>
                  <a:srgbClr val="111111"/>
                </a:solidFill>
                <a:latin typeface="Noto Sans CJK JP"/>
                <a:ea typeface="Noto Sans CJK JP"/>
              </a:rPr>
              <a:t>f</a:t>
            </a:r>
          </a:p>
        </p:txBody>
      </p:sp>
      <p:cxnSp>
        <p:nvCxnSpPr>
          <p:cNvPr id="122" name="結合線・接続線"/>
          <p:cNvCxnSpPr/>
          <p:nvPr/>
        </p:nvCxnSpPr>
        <p:spPr>
          <a:xfrm>
            <a:off x="7705725" y="8591550"/>
            <a:ext cx="371475" cy="0"/>
          </a:xfrm>
          <a:prstGeom prst="line">
            <a:avLst/>
          </a:prstGeom>
          <a:ln w="23812">
            <a:solidFill>
              <a:srgbClr val="11111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枠｜"/>
          <p:cNvSpPr/>
          <p:nvPr/>
        </p:nvSpPr>
        <p:spPr>
          <a:xfrm>
            <a:off x="8201025" y="8105775"/>
            <a:ext cx="3133725" cy="1000125"/>
          </a:xfrm>
          <a:prstGeom prst="rect">
            <a:avLst/>
          </a:prstGeom>
          <a:solidFill>
            <a:srgbClr val="EFF6FC"/>
          </a:solidFill>
          <a:ln w="15240">
            <a:solidFill>
              <a:srgbClr val="2259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文字｜準備済み登録簿"/>
          <p:cNvSpPr txBox="1"/>
          <p:nvPr/>
        </p:nvSpPr>
        <p:spPr>
          <a:xfrm>
            <a:off x="8267699" y="8115300"/>
            <a:ext cx="3000375" cy="3143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11111"/>
                </a:solidFill>
                <a:latin typeface="Noto Sans CJK JP"/>
              </a:defRPr>
            </a:pPr>
            <a:r>
              <a:rPr sz="1800" b="0">
                <a:solidFill>
                  <a:srgbClr val="111111"/>
                </a:solidFill>
                <a:latin typeface="Noto Sans CJK JP"/>
                <a:ea typeface="Noto Sans CJK JP"/>
              </a:rPr>
              <a:t>準備済み登録簿</a:t>
            </a:r>
          </a:p>
        </p:txBody>
      </p:sp>
      <p:sp>
        <p:nvSpPr>
          <p:cNvPr id="125" name="文字｜反応記録 ＋ 出典情報"/>
          <p:cNvSpPr txBox="1"/>
          <p:nvPr/>
        </p:nvSpPr>
        <p:spPr>
          <a:xfrm>
            <a:off x="8286750" y="8524875"/>
            <a:ext cx="2962275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75" b="0">
                <a:solidFill>
                  <a:srgbClr val="111111"/>
                </a:solidFill>
                <a:latin typeface="Noto Sans CJK JP"/>
              </a:defRPr>
            </a:pPr>
            <a:r>
              <a:rPr sz="1875" b="0">
                <a:solidFill>
                  <a:srgbClr val="111111"/>
                </a:solidFill>
                <a:latin typeface="Noto Sans CJK JP"/>
                <a:ea typeface="Noto Sans CJK JP"/>
              </a:rPr>
              <a:t>反応記録 ＋ 出典情報</a:t>
            </a:r>
          </a:p>
        </p:txBody>
      </p:sp>
      <p:cxnSp>
        <p:nvCxnSpPr>
          <p:cNvPr id="126" name="結合線・接続線"/>
          <p:cNvCxnSpPr/>
          <p:nvPr/>
        </p:nvCxnSpPr>
        <p:spPr>
          <a:xfrm>
            <a:off x="11468100" y="8591550"/>
            <a:ext cx="419100" cy="0"/>
          </a:xfrm>
          <a:prstGeom prst="line">
            <a:avLst/>
          </a:prstGeom>
          <a:ln w="23812">
            <a:solidFill>
              <a:srgbClr val="11111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枠｜ΔE 不明"/>
          <p:cNvSpPr/>
          <p:nvPr/>
        </p:nvSpPr>
        <p:spPr>
          <a:xfrm>
            <a:off x="12039600" y="8229600"/>
            <a:ext cx="2228850" cy="695325"/>
          </a:xfrm>
          <a:prstGeom prst="rect">
            <a:avLst/>
          </a:prstGeom>
          <a:solidFill>
            <a:srgbClr val="FFF9F8"/>
          </a:solidFill>
          <a:ln w="15240">
            <a:solidFill>
              <a:srgbClr val="C8625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文字｜ΔE 不明"/>
          <p:cNvSpPr txBox="1"/>
          <p:nvPr/>
        </p:nvSpPr>
        <p:spPr>
          <a:xfrm>
            <a:off x="12115800" y="8277225"/>
            <a:ext cx="2076450" cy="6000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325" b="0">
                <a:solidFill>
                  <a:srgbClr val="111111"/>
                </a:solidFill>
                <a:latin typeface="Noto Sans CJK JP"/>
              </a:defRPr>
            </a:pPr>
            <a:r>
              <a:rPr sz="2325" b="0">
                <a:solidFill>
                  <a:srgbClr val="111111"/>
                </a:solidFill>
                <a:latin typeface="Noto Sans CJK JP"/>
                <a:ea typeface="Noto Sans CJK JP"/>
              </a:rPr>
              <a:t>ΔE 不明</a:t>
            </a:r>
          </a:p>
        </p:txBody>
      </p:sp>
      <p:sp>
        <p:nvSpPr>
          <p:cNvPr id="129" name="文字｜任意の補完処理｜ΔE は活性化障壁ではない"/>
          <p:cNvSpPr txBox="1"/>
          <p:nvPr/>
        </p:nvSpPr>
        <p:spPr>
          <a:xfrm>
            <a:off x="238125" y="9277350"/>
            <a:ext cx="14154150" cy="3143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111111"/>
                </a:solidFill>
                <a:latin typeface="Noto Sans CJK JP"/>
              </a:defRPr>
            </a:pPr>
            <a:r>
              <a:rPr sz="1575" b="0">
                <a:solidFill>
                  <a:srgbClr val="111111"/>
                </a:solidFill>
                <a:latin typeface="Noto Sans CJK JP"/>
                <a:ea typeface="Noto Sans CJK JP"/>
              </a:rPr>
              <a:t>任意の補完処理｜ΔE は活性化障壁ではない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字｜06 / イオン–中性種反応の DNT 入力"/>
          <p:cNvSpPr txBox="1"/>
          <p:nvPr/>
        </p:nvSpPr>
        <p:spPr>
          <a:xfrm>
            <a:off x="247649" y="47625"/>
            <a:ext cx="14135100" cy="6572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300" b="1">
                <a:solidFill>
                  <a:srgbClr val="111111"/>
                </a:solidFill>
                <a:latin typeface="Noto Sans CJK JP"/>
              </a:defRPr>
            </a:pPr>
            <a:r>
              <a:rPr sz="3300" b="1">
                <a:solidFill>
                  <a:srgbClr val="111111"/>
                </a:solidFill>
                <a:latin typeface="Noto Sans CJK JP"/>
                <a:ea typeface="Noto Sans CJK JP"/>
              </a:rPr>
              <a:t>06 / イオン–中性種反応の DNT 入力</a:t>
            </a:r>
          </a:p>
        </p:txBody>
      </p:sp>
      <p:sp>
        <p:nvSpPr>
          <p:cNvPr id="3" name="文字｜(a) 誘起双極子"/>
          <p:cNvSpPr txBox="1"/>
          <p:nvPr/>
        </p:nvSpPr>
        <p:spPr>
          <a:xfrm>
            <a:off x="542925" y="790575"/>
            <a:ext cx="6381750" cy="4095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11111"/>
                </a:solidFill>
                <a:latin typeface="Noto Sans CJK JP"/>
              </a:defRPr>
            </a:pPr>
            <a:r>
              <a:rPr sz="2400" b="1">
                <a:solidFill>
                  <a:srgbClr val="111111"/>
                </a:solidFill>
                <a:latin typeface="Noto Sans CJK JP"/>
                <a:ea typeface="Noto Sans CJK JP"/>
              </a:rPr>
              <a:t>(a) 誘起双極子</a:t>
            </a:r>
          </a:p>
        </p:txBody>
      </p:sp>
      <p:sp>
        <p:nvSpPr>
          <p:cNvPr id="4" name="文字｜(b) 永久双極子"/>
          <p:cNvSpPr txBox="1"/>
          <p:nvPr/>
        </p:nvSpPr>
        <p:spPr>
          <a:xfrm>
            <a:off x="7629525" y="790575"/>
            <a:ext cx="6477000" cy="4095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11111"/>
                </a:solidFill>
                <a:latin typeface="Noto Sans CJK JP"/>
              </a:defRPr>
            </a:pPr>
            <a:r>
              <a:rPr sz="2400" b="1">
                <a:solidFill>
                  <a:srgbClr val="111111"/>
                </a:solidFill>
                <a:latin typeface="Noto Sans CJK JP"/>
                <a:ea typeface="Noto Sans CJK JP"/>
              </a:rPr>
              <a:t>(b) 永久双極子</a:t>
            </a:r>
          </a:p>
        </p:txBody>
      </p:sp>
      <p:cxnSp>
        <p:nvCxnSpPr>
          <p:cNvPr id="5" name="結合線・接続線"/>
          <p:cNvCxnSpPr/>
          <p:nvPr/>
        </p:nvCxnSpPr>
        <p:spPr>
          <a:xfrm>
            <a:off x="7305675" y="828675"/>
            <a:ext cx="0" cy="2705100"/>
          </a:xfrm>
          <a:prstGeom prst="line">
            <a:avLst/>
          </a:prstGeom>
          <a:ln w="12382">
            <a:solidFill>
              <a:srgbClr val="4C66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誘起双極子を生む正イオン"/>
          <p:cNvGrpSpPr/>
          <p:nvPr/>
        </p:nvGrpSpPr>
        <p:grpSpPr>
          <a:xfrm>
            <a:off x="1181100" y="1971675"/>
            <a:ext cx="638175" cy="628650"/>
            <a:chOff x="1181100" y="1971675"/>
            <a:chExt cx="638175" cy="628650"/>
          </a:xfrm>
        </p:grpSpPr>
        <p:sp>
          <p:nvSpPr>
            <p:cNvPr id="7" name="原子｜A"/>
            <p:cNvSpPr/>
            <p:nvPr/>
          </p:nvSpPr>
          <p:spPr>
            <a:xfrm>
              <a:off x="1190625" y="1971675"/>
              <a:ext cx="628650" cy="628650"/>
            </a:xfrm>
            <a:prstGeom prst="ellipse">
              <a:avLst/>
            </a:prstGeom>
            <a:solidFill>
              <a:srgbClr val="BBA6DB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文字｜A⁺"/>
            <p:cNvSpPr txBox="1"/>
            <p:nvPr/>
          </p:nvSpPr>
          <p:spPr>
            <a:xfrm>
              <a:off x="1181100" y="2047875"/>
              <a:ext cx="638175" cy="43815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2250" b="0">
                  <a:solidFill>
                    <a:srgbClr val="111111"/>
                  </a:solidFill>
                  <a:latin typeface="Noto Sans CJK JP"/>
                </a:defRPr>
              </a:pPr>
              <a:r>
                <a:rPr sz="2250" b="0">
                  <a:solidFill>
                    <a:srgbClr val="111111"/>
                  </a:solidFill>
                  <a:latin typeface="Noto Sans CJK JP"/>
                  <a:ea typeface="Noto Sans CJK JP"/>
                </a:rPr>
                <a:t>A⁺</a:t>
              </a:r>
            </a:p>
          </p:txBody>
        </p:sp>
      </p:grpSp>
      <p:cxnSp>
        <p:nvCxnSpPr>
          <p:cNvPr id="9" name="結合線・接続線"/>
          <p:cNvCxnSpPr/>
          <p:nvPr/>
        </p:nvCxnSpPr>
        <p:spPr>
          <a:xfrm>
            <a:off x="1914525" y="2286000"/>
            <a:ext cx="1466850" cy="0"/>
          </a:xfrm>
          <a:prstGeom prst="line">
            <a:avLst/>
          </a:prstGeom>
          <a:ln w="14287">
            <a:solidFill>
              <a:srgbClr val="24588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分極した電子雲の模式表現"/>
          <p:cNvSpPr/>
          <p:nvPr/>
        </p:nvSpPr>
        <p:spPr>
          <a:xfrm>
            <a:off x="3457575" y="1276350"/>
            <a:ext cx="2876550" cy="1952624"/>
          </a:xfrm>
          <a:prstGeom prst="ellipse">
            <a:avLst/>
          </a:prstGeom>
          <a:solidFill>
            <a:srgbClr val="F2F9FE"/>
          </a:solidFill>
          <a:ln w="12382">
            <a:solidFill>
              <a:srgbClr val="3992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1" name="分子・化学種｜CF4"/>
          <p:cNvGrpSpPr/>
          <p:nvPr/>
        </p:nvGrpSpPr>
        <p:grpSpPr>
          <a:xfrm>
            <a:off x="4035933" y="1370838"/>
            <a:ext cx="1709927" cy="1783078"/>
            <a:chOff x="4035933" y="1370838"/>
            <a:chExt cx="1709927" cy="1783078"/>
          </a:xfrm>
        </p:grpSpPr>
        <p:cxnSp>
          <p:nvCxnSpPr>
            <p:cNvPr id="12" name="結合線・接続線"/>
            <p:cNvCxnSpPr/>
            <p:nvPr/>
          </p:nvCxnSpPr>
          <p:spPr>
            <a:xfrm flipV="1">
              <a:off x="4886325" y="1581150"/>
              <a:ext cx="0" cy="685800"/>
            </a:xfrm>
            <a:prstGeom prst="line">
              <a:avLst/>
            </a:prstGeom>
            <a:ln w="21907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結合線・接続線"/>
            <p:cNvCxnSpPr/>
            <p:nvPr/>
          </p:nvCxnSpPr>
          <p:spPr>
            <a:xfrm flipH="1">
              <a:off x="4246245" y="2266950"/>
              <a:ext cx="640080" cy="0"/>
            </a:xfrm>
            <a:prstGeom prst="line">
              <a:avLst/>
            </a:prstGeom>
            <a:ln w="21907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結合線・接続線"/>
            <p:cNvCxnSpPr/>
            <p:nvPr/>
          </p:nvCxnSpPr>
          <p:spPr>
            <a:xfrm>
              <a:off x="4886325" y="2266950"/>
              <a:ext cx="649224" cy="0"/>
            </a:xfrm>
            <a:prstGeom prst="line">
              <a:avLst/>
            </a:prstGeom>
            <a:ln w="21907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結合線・接続線"/>
            <p:cNvCxnSpPr/>
            <p:nvPr/>
          </p:nvCxnSpPr>
          <p:spPr>
            <a:xfrm>
              <a:off x="4886325" y="2266950"/>
              <a:ext cx="0" cy="676655"/>
            </a:xfrm>
            <a:prstGeom prst="line">
              <a:avLst/>
            </a:prstGeom>
            <a:ln w="21907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原子｜F"/>
            <p:cNvSpPr/>
            <p:nvPr/>
          </p:nvSpPr>
          <p:spPr>
            <a:xfrm>
              <a:off x="4676013" y="1370838"/>
              <a:ext cx="420623" cy="420623"/>
            </a:xfrm>
            <a:prstGeom prst="ellipse">
              <a:avLst/>
            </a:prstGeom>
            <a:solidFill>
              <a:srgbClr val="AED396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原子｜F"/>
            <p:cNvSpPr/>
            <p:nvPr/>
          </p:nvSpPr>
          <p:spPr>
            <a:xfrm>
              <a:off x="4035933" y="2056638"/>
              <a:ext cx="420623" cy="420623"/>
            </a:xfrm>
            <a:prstGeom prst="ellipse">
              <a:avLst/>
            </a:prstGeom>
            <a:solidFill>
              <a:srgbClr val="AED396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原子｜F"/>
            <p:cNvSpPr/>
            <p:nvPr/>
          </p:nvSpPr>
          <p:spPr>
            <a:xfrm>
              <a:off x="5325237" y="2056638"/>
              <a:ext cx="420623" cy="420623"/>
            </a:xfrm>
            <a:prstGeom prst="ellipse">
              <a:avLst/>
            </a:prstGeom>
            <a:solidFill>
              <a:srgbClr val="AED396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原子｜F"/>
            <p:cNvSpPr/>
            <p:nvPr/>
          </p:nvSpPr>
          <p:spPr>
            <a:xfrm>
              <a:off x="4676013" y="2733293"/>
              <a:ext cx="420623" cy="420623"/>
            </a:xfrm>
            <a:prstGeom prst="ellipse">
              <a:avLst/>
            </a:prstGeom>
            <a:solidFill>
              <a:srgbClr val="AED396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原子｜C"/>
            <p:cNvSpPr/>
            <p:nvPr/>
          </p:nvSpPr>
          <p:spPr>
            <a:xfrm>
              <a:off x="4639437" y="2020062"/>
              <a:ext cx="493775" cy="493775"/>
            </a:xfrm>
            <a:prstGeom prst="ellipse">
              <a:avLst/>
            </a:prstGeom>
            <a:solidFill>
              <a:srgbClr val="555958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21" name="文字｜δ⁻"/>
          <p:cNvSpPr txBox="1"/>
          <p:nvPr/>
        </p:nvSpPr>
        <p:spPr>
          <a:xfrm>
            <a:off x="3571875" y="1819275"/>
            <a:ext cx="600075" cy="4286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25" b="0">
                <a:solidFill>
                  <a:srgbClr val="111111"/>
                </a:solidFill>
                <a:latin typeface="Noto Sans CJK JP"/>
              </a:defRPr>
            </a:pPr>
            <a:r>
              <a:rPr sz="2325" b="0">
                <a:solidFill>
                  <a:srgbClr val="111111"/>
                </a:solidFill>
                <a:latin typeface="Noto Sans CJK JP"/>
                <a:ea typeface="Noto Sans CJK JP"/>
              </a:rPr>
              <a:t>δ⁻</a:t>
            </a:r>
          </a:p>
        </p:txBody>
      </p:sp>
      <p:sp>
        <p:nvSpPr>
          <p:cNvPr id="22" name="文字｜δ⁺"/>
          <p:cNvSpPr txBox="1"/>
          <p:nvPr/>
        </p:nvSpPr>
        <p:spPr>
          <a:xfrm>
            <a:off x="5876925" y="1819275"/>
            <a:ext cx="600075" cy="4286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25" b="0">
                <a:solidFill>
                  <a:srgbClr val="111111"/>
                </a:solidFill>
                <a:latin typeface="Noto Sans CJK JP"/>
              </a:defRPr>
            </a:pPr>
            <a:r>
              <a:rPr sz="2325" b="0">
                <a:solidFill>
                  <a:srgbClr val="111111"/>
                </a:solidFill>
                <a:latin typeface="Noto Sans CJK JP"/>
                <a:ea typeface="Noto Sans CJK JP"/>
              </a:rPr>
              <a:t>δ⁺</a:t>
            </a:r>
          </a:p>
        </p:txBody>
      </p:sp>
      <p:sp>
        <p:nvSpPr>
          <p:cNvPr id="23" name="文字｜α"/>
          <p:cNvSpPr txBox="1"/>
          <p:nvPr/>
        </p:nvSpPr>
        <p:spPr>
          <a:xfrm>
            <a:off x="5581650" y="1066800"/>
            <a:ext cx="514350" cy="4381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75" b="0">
                <a:solidFill>
                  <a:srgbClr val="111111"/>
                </a:solidFill>
                <a:latin typeface="Noto Sans CJK JP"/>
              </a:defRPr>
            </a:pPr>
            <a:r>
              <a:rPr sz="2475" b="0">
                <a:solidFill>
                  <a:srgbClr val="111111"/>
                </a:solidFill>
                <a:latin typeface="Noto Sans CJK JP"/>
                <a:ea typeface="Noto Sans CJK JP"/>
              </a:rPr>
              <a:t>α</a:t>
            </a:r>
          </a:p>
        </p:txBody>
      </p:sp>
      <p:sp>
        <p:nvSpPr>
          <p:cNvPr id="24" name="文字｜誘起双極子"/>
          <p:cNvSpPr txBox="1"/>
          <p:nvPr/>
        </p:nvSpPr>
        <p:spPr>
          <a:xfrm>
            <a:off x="4981575" y="771525"/>
            <a:ext cx="2000250" cy="381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75" b="0">
                <a:solidFill>
                  <a:srgbClr val="111111"/>
                </a:solidFill>
                <a:latin typeface="Noto Sans CJK JP"/>
              </a:defRPr>
            </a:pPr>
            <a:r>
              <a:rPr sz="1875" b="0">
                <a:solidFill>
                  <a:srgbClr val="111111"/>
                </a:solidFill>
                <a:latin typeface="Noto Sans CJK JP"/>
                <a:ea typeface="Noto Sans CJK JP"/>
              </a:rPr>
              <a:t>誘起双極子</a:t>
            </a:r>
          </a:p>
        </p:txBody>
      </p:sp>
      <p:cxnSp>
        <p:nvCxnSpPr>
          <p:cNvPr id="25" name="結合線・接続線"/>
          <p:cNvCxnSpPr/>
          <p:nvPr/>
        </p:nvCxnSpPr>
        <p:spPr>
          <a:xfrm>
            <a:off x="1647825" y="1819275"/>
            <a:ext cx="1733550" cy="0"/>
          </a:xfrm>
          <a:prstGeom prst="line">
            <a:avLst/>
          </a:prstGeom>
          <a:ln w="20955">
            <a:solidFill>
              <a:srgbClr val="111111"/>
            </a:solidFill>
            <a:tailEnd type="triangle" w="med" len="med"/>
            <a:head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結合線・接続線"/>
          <p:cNvCxnSpPr/>
          <p:nvPr/>
        </p:nvCxnSpPr>
        <p:spPr>
          <a:xfrm>
            <a:off x="1647825" y="1733550"/>
            <a:ext cx="0" cy="180975"/>
          </a:xfrm>
          <a:prstGeom prst="line">
            <a:avLst/>
          </a:prstGeom>
          <a:ln w="1524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結合線・接続線"/>
          <p:cNvCxnSpPr/>
          <p:nvPr/>
        </p:nvCxnSpPr>
        <p:spPr>
          <a:xfrm>
            <a:off x="3381375" y="1733550"/>
            <a:ext cx="0" cy="180975"/>
          </a:xfrm>
          <a:prstGeom prst="line">
            <a:avLst/>
          </a:prstGeom>
          <a:ln w="1524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字｜r"/>
          <p:cNvSpPr txBox="1"/>
          <p:nvPr/>
        </p:nvSpPr>
        <p:spPr>
          <a:xfrm>
            <a:off x="2400300" y="1400175"/>
            <a:ext cx="447675" cy="381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50" b="0">
                <a:solidFill>
                  <a:srgbClr val="111111"/>
                </a:solidFill>
                <a:latin typeface="Noto Sans CJK JP"/>
              </a:defRPr>
            </a:pPr>
            <a:r>
              <a:rPr sz="2250" b="0">
                <a:solidFill>
                  <a:srgbClr val="111111"/>
                </a:solidFill>
                <a:latin typeface="Noto Sans CJK JP"/>
                <a:ea typeface="Noto Sans CJK JP"/>
              </a:rPr>
              <a:t>r</a:t>
            </a:r>
          </a:p>
        </p:txBody>
      </p:sp>
      <p:sp>
        <p:nvSpPr>
          <p:cNvPr id="29" name="文字｜M（中性）"/>
          <p:cNvSpPr txBox="1"/>
          <p:nvPr/>
        </p:nvSpPr>
        <p:spPr>
          <a:xfrm>
            <a:off x="4067175" y="3238500"/>
            <a:ext cx="1666875" cy="3714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25" b="0">
                <a:solidFill>
                  <a:srgbClr val="111111"/>
                </a:solidFill>
                <a:latin typeface="Noto Sans CJK JP"/>
              </a:defRPr>
            </a:pPr>
            <a:r>
              <a:rPr sz="2025" b="0">
                <a:solidFill>
                  <a:srgbClr val="111111"/>
                </a:solidFill>
                <a:latin typeface="Noto Sans CJK JP"/>
                <a:ea typeface="Noto Sans CJK JP"/>
              </a:rPr>
              <a:t>M（中性）</a:t>
            </a:r>
          </a:p>
        </p:txBody>
      </p:sp>
      <p:sp>
        <p:nvSpPr>
          <p:cNvPr id="30" name="文字｜DNT⁺"/>
          <p:cNvSpPr txBox="1"/>
          <p:nvPr/>
        </p:nvSpPr>
        <p:spPr>
          <a:xfrm>
            <a:off x="1190625" y="2981325"/>
            <a:ext cx="1524000" cy="4000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25" b="1">
                <a:solidFill>
                  <a:srgbClr val="111111"/>
                </a:solidFill>
                <a:latin typeface="Noto Sans CJK JP"/>
              </a:defRPr>
            </a:pPr>
            <a:r>
              <a:rPr sz="2325" b="1">
                <a:solidFill>
                  <a:srgbClr val="111111"/>
                </a:solidFill>
                <a:latin typeface="Noto Sans CJK JP"/>
                <a:ea typeface="Noto Sans CJK JP"/>
              </a:rPr>
              <a:t>DNT⁺</a:t>
            </a:r>
          </a:p>
        </p:txBody>
      </p:sp>
      <p:grpSp>
        <p:nvGrpSpPr>
          <p:cNvPr id="31" name="永久双極子と相互作用する正イオン"/>
          <p:cNvGrpSpPr/>
          <p:nvPr/>
        </p:nvGrpSpPr>
        <p:grpSpPr>
          <a:xfrm>
            <a:off x="8334375" y="2028825"/>
            <a:ext cx="647700" cy="647700"/>
            <a:chOff x="8334375" y="2028825"/>
            <a:chExt cx="647700" cy="647700"/>
          </a:xfrm>
        </p:grpSpPr>
        <p:sp>
          <p:nvSpPr>
            <p:cNvPr id="32" name="原子｜A"/>
            <p:cNvSpPr/>
            <p:nvPr/>
          </p:nvSpPr>
          <p:spPr>
            <a:xfrm>
              <a:off x="8334375" y="2028825"/>
              <a:ext cx="647700" cy="647700"/>
            </a:xfrm>
            <a:prstGeom prst="ellipse">
              <a:avLst/>
            </a:prstGeom>
            <a:solidFill>
              <a:srgbClr val="BBA6DB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文字｜A⁺"/>
            <p:cNvSpPr txBox="1"/>
            <p:nvPr/>
          </p:nvSpPr>
          <p:spPr>
            <a:xfrm>
              <a:off x="8334375" y="2114550"/>
              <a:ext cx="647700" cy="43815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2250" b="0">
                  <a:solidFill>
                    <a:srgbClr val="111111"/>
                  </a:solidFill>
                  <a:latin typeface="Noto Sans CJK JP"/>
                </a:defRPr>
              </a:pPr>
              <a:r>
                <a:rPr sz="2250" b="0">
                  <a:solidFill>
                    <a:srgbClr val="111111"/>
                  </a:solidFill>
                  <a:latin typeface="Noto Sans CJK JP"/>
                  <a:ea typeface="Noto Sans CJK JP"/>
                </a:rPr>
                <a:t>A⁺</a:t>
              </a:r>
            </a:p>
          </p:txBody>
        </p:sp>
      </p:grpSp>
      <p:cxnSp>
        <p:nvCxnSpPr>
          <p:cNvPr id="34" name="結合線・接続線"/>
          <p:cNvCxnSpPr/>
          <p:nvPr/>
        </p:nvCxnSpPr>
        <p:spPr>
          <a:xfrm>
            <a:off x="8991600" y="2409825"/>
            <a:ext cx="4648200" cy="0"/>
          </a:xfrm>
          <a:prstGeom prst="line">
            <a:avLst/>
          </a:prstGeom>
          <a:ln w="13334">
            <a:solidFill>
              <a:srgbClr val="204B75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結合線・接続線"/>
          <p:cNvCxnSpPr/>
          <p:nvPr/>
        </p:nvCxnSpPr>
        <p:spPr>
          <a:xfrm flipV="1">
            <a:off x="12430125" y="2143125"/>
            <a:ext cx="1209675" cy="485775"/>
          </a:xfrm>
          <a:prstGeom prst="line">
            <a:avLst/>
          </a:prstGeom>
          <a:ln w="3048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永久双極子の負側"/>
          <p:cNvSpPr/>
          <p:nvPr/>
        </p:nvSpPr>
        <p:spPr>
          <a:xfrm>
            <a:off x="12172950" y="2371725"/>
            <a:ext cx="514350" cy="514350"/>
          </a:xfrm>
          <a:prstGeom prst="ellipse">
            <a:avLst/>
          </a:prstGeom>
          <a:solidFill>
            <a:srgbClr val="90A7B7"/>
          </a:solidFill>
          <a:ln w="16192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永久双極子の正側"/>
          <p:cNvSpPr/>
          <p:nvPr/>
        </p:nvSpPr>
        <p:spPr>
          <a:xfrm>
            <a:off x="13382625" y="1885950"/>
            <a:ext cx="514350" cy="514350"/>
          </a:xfrm>
          <a:prstGeom prst="ellipse">
            <a:avLst/>
          </a:prstGeom>
          <a:solidFill>
            <a:srgbClr val="F08C85"/>
          </a:solidFill>
          <a:ln w="16192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文字｜δ⁻"/>
          <p:cNvSpPr txBox="1"/>
          <p:nvPr/>
        </p:nvSpPr>
        <p:spPr>
          <a:xfrm>
            <a:off x="12058650" y="1914525"/>
            <a:ext cx="638175" cy="4095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25" b="0">
                <a:solidFill>
                  <a:srgbClr val="111111"/>
                </a:solidFill>
                <a:latin typeface="Noto Sans CJK JP"/>
              </a:defRPr>
            </a:pPr>
            <a:r>
              <a:rPr sz="2325" b="0">
                <a:solidFill>
                  <a:srgbClr val="111111"/>
                </a:solidFill>
                <a:latin typeface="Noto Sans CJK JP"/>
                <a:ea typeface="Noto Sans CJK JP"/>
              </a:rPr>
              <a:t>δ⁻</a:t>
            </a:r>
          </a:p>
        </p:txBody>
      </p:sp>
      <p:sp>
        <p:nvSpPr>
          <p:cNvPr id="39" name="文字｜δ⁺"/>
          <p:cNvSpPr txBox="1"/>
          <p:nvPr/>
        </p:nvSpPr>
        <p:spPr>
          <a:xfrm>
            <a:off x="13696950" y="1657350"/>
            <a:ext cx="657225" cy="4095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25" b="0">
                <a:solidFill>
                  <a:srgbClr val="111111"/>
                </a:solidFill>
                <a:latin typeface="Noto Sans CJK JP"/>
              </a:defRPr>
            </a:pPr>
            <a:r>
              <a:rPr sz="2325" b="0">
                <a:solidFill>
                  <a:srgbClr val="111111"/>
                </a:solidFill>
                <a:latin typeface="Noto Sans CJK JP"/>
                <a:ea typeface="Noto Sans CJK JP"/>
              </a:rPr>
              <a:t>δ⁺</a:t>
            </a:r>
          </a:p>
        </p:txBody>
      </p:sp>
      <p:cxnSp>
        <p:nvCxnSpPr>
          <p:cNvPr id="40" name="結合線・接続線"/>
          <p:cNvCxnSpPr/>
          <p:nvPr/>
        </p:nvCxnSpPr>
        <p:spPr>
          <a:xfrm flipV="1">
            <a:off x="12496800" y="1371600"/>
            <a:ext cx="1047750" cy="419100"/>
          </a:xfrm>
          <a:prstGeom prst="line">
            <a:avLst/>
          </a:prstGeom>
          <a:ln w="30480">
            <a:solidFill>
              <a:srgbClr val="00579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字｜μ_{D}"/>
          <p:cNvSpPr txBox="1"/>
          <p:nvPr/>
        </p:nvSpPr>
        <p:spPr>
          <a:xfrm>
            <a:off x="12563475" y="1219200"/>
            <a:ext cx="923925" cy="4000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005792"/>
                </a:solidFill>
                <a:latin typeface="Noto Sans CJK JP"/>
              </a:defRPr>
            </a:pPr>
            <a:r>
              <a:rPr sz="2400" b="0">
                <a:solidFill>
                  <a:srgbClr val="005792"/>
                </a:solidFill>
                <a:latin typeface="Noto Sans CJK JP"/>
                <a:ea typeface="Noto Sans CJK JP"/>
              </a:rPr>
              <a:t>μ</a:t>
            </a:r>
            <a:r>
              <a:rPr sz="1728" b="0" baseline="-22000">
                <a:solidFill>
                  <a:srgbClr val="005792"/>
                </a:solidFill>
                <a:latin typeface="Noto Sans CJK JP"/>
                <a:ea typeface="Noto Sans CJK JP"/>
              </a:rPr>
              <a:t>D</a:t>
            </a:r>
          </a:p>
        </p:txBody>
      </p:sp>
      <p:cxnSp>
        <p:nvCxnSpPr>
          <p:cNvPr id="42" name="結合線・接続線"/>
          <p:cNvCxnSpPr/>
          <p:nvPr/>
        </p:nvCxnSpPr>
        <p:spPr>
          <a:xfrm flipV="1">
            <a:off x="10001250" y="1990725"/>
            <a:ext cx="1047750" cy="419100"/>
          </a:xfrm>
          <a:prstGeom prst="line">
            <a:avLst/>
          </a:prstGeom>
          <a:ln w="13334">
            <a:solidFill>
              <a:srgbClr val="204B75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曲線矢印"/>
          <p:cNvSpPr/>
          <p:nvPr/>
        </p:nvSpPr>
        <p:spPr>
          <a:xfrm>
            <a:off x="10487025" y="2219325"/>
            <a:ext cx="38100" cy="190500"/>
          </a:xfrm>
          <a:custGeom>
            <a:avLst/>
            <a:gdLst/>
            <a:ahLst/>
            <a:cxnLst/>
            <a:rect l="0" t="0" r="w" b="h"/>
            <a:pathLst>
              <a:path w="100000" h="100000" fill="none" stroke="1">
                <a:moveTo>
                  <a:pt x="100000" y="100000"/>
                </a:moveTo>
                <a:cubicBezTo>
                  <a:pt x="100000" y="60000"/>
                  <a:pt x="75000" y="25000"/>
                  <a:pt x="0" y="0"/>
                </a:cubicBezTo>
              </a:path>
            </a:pathLst>
          </a:custGeom>
          <a:noFill/>
          <a:ln w="14287">
            <a:solidFill>
              <a:srgbClr val="244C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文字｜θ"/>
          <p:cNvSpPr txBox="1"/>
          <p:nvPr/>
        </p:nvSpPr>
        <p:spPr>
          <a:xfrm>
            <a:off x="10582275" y="2114550"/>
            <a:ext cx="438150" cy="361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75" b="0">
                <a:solidFill>
                  <a:srgbClr val="111111"/>
                </a:solidFill>
                <a:latin typeface="Noto Sans CJK JP"/>
              </a:defRPr>
            </a:pPr>
            <a:r>
              <a:rPr sz="2175" b="0">
                <a:solidFill>
                  <a:srgbClr val="111111"/>
                </a:solidFill>
                <a:latin typeface="Noto Sans CJK JP"/>
                <a:ea typeface="Noto Sans CJK JP"/>
              </a:rPr>
              <a:t>θ</a:t>
            </a:r>
          </a:p>
        </p:txBody>
      </p:sp>
      <p:sp>
        <p:nvSpPr>
          <p:cNvPr id="45" name="文字｜M（極性分子）"/>
          <p:cNvSpPr txBox="1"/>
          <p:nvPr/>
        </p:nvSpPr>
        <p:spPr>
          <a:xfrm>
            <a:off x="12172950" y="3000375"/>
            <a:ext cx="2238375" cy="419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11111"/>
                </a:solidFill>
                <a:latin typeface="Noto Sans CJK JP"/>
              </a:defRPr>
            </a:pPr>
            <a:r>
              <a:rPr sz="2100" b="0">
                <a:solidFill>
                  <a:srgbClr val="111111"/>
                </a:solidFill>
                <a:latin typeface="Noto Sans CJK JP"/>
                <a:ea typeface="Noto Sans CJK JP"/>
              </a:rPr>
              <a:t>M（極性分子）</a:t>
            </a:r>
          </a:p>
        </p:txBody>
      </p:sp>
      <p:sp>
        <p:nvSpPr>
          <p:cNvPr id="46" name="文字｜DNT⁺DM"/>
          <p:cNvSpPr txBox="1"/>
          <p:nvPr/>
        </p:nvSpPr>
        <p:spPr>
          <a:xfrm>
            <a:off x="8258175" y="2952750"/>
            <a:ext cx="2724150" cy="4286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25" b="1">
                <a:solidFill>
                  <a:srgbClr val="111111"/>
                </a:solidFill>
                <a:latin typeface="Noto Sans CJK JP"/>
              </a:defRPr>
            </a:pPr>
            <a:r>
              <a:rPr sz="2325" b="1">
                <a:solidFill>
                  <a:srgbClr val="111111"/>
                </a:solidFill>
                <a:latin typeface="Noto Sans CJK JP"/>
                <a:ea typeface="Noto Sans CJK JP"/>
              </a:rPr>
              <a:t>DNT⁺DM</a:t>
            </a:r>
          </a:p>
        </p:txBody>
      </p:sp>
      <p:sp>
        <p:nvSpPr>
          <p:cNvPr id="47" name="文字｜DNT 入力の組み立て"/>
          <p:cNvSpPr txBox="1"/>
          <p:nvPr/>
        </p:nvSpPr>
        <p:spPr>
          <a:xfrm>
            <a:off x="3352800" y="3800475"/>
            <a:ext cx="7896224" cy="4286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75" b="1">
                <a:solidFill>
                  <a:srgbClr val="111111"/>
                </a:solidFill>
                <a:latin typeface="Noto Sans CJK JP"/>
              </a:defRPr>
            </a:pPr>
            <a:r>
              <a:rPr sz="2475" b="1">
                <a:solidFill>
                  <a:srgbClr val="111111"/>
                </a:solidFill>
                <a:latin typeface="Noto Sans CJK JP"/>
                <a:ea typeface="Noto Sans CJK JP"/>
              </a:rPr>
              <a:t>DNT 入力の組み立て</a:t>
            </a:r>
          </a:p>
        </p:txBody>
      </p:sp>
      <p:sp>
        <p:nvSpPr>
          <p:cNvPr id="48" name="枠｜"/>
          <p:cNvSpPr/>
          <p:nvPr/>
        </p:nvSpPr>
        <p:spPr>
          <a:xfrm>
            <a:off x="323850" y="4248150"/>
            <a:ext cx="8210549" cy="1905000"/>
          </a:xfrm>
          <a:prstGeom prst="roundRect">
            <a:avLst>
              <a:gd name="adj" fmla="val 7000"/>
            </a:avLst>
          </a:prstGeom>
          <a:solidFill>
            <a:srgbClr val="EFF6FC"/>
          </a:solidFill>
          <a:ln w="15240">
            <a:solidFill>
              <a:srgbClr val="225E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枠｜"/>
          <p:cNvSpPr/>
          <p:nvPr/>
        </p:nvSpPr>
        <p:spPr>
          <a:xfrm>
            <a:off x="8648700" y="4248150"/>
            <a:ext cx="5648325" cy="1905000"/>
          </a:xfrm>
          <a:prstGeom prst="roundRect">
            <a:avLst>
              <a:gd name="adj" fmla="val 7000"/>
            </a:avLst>
          </a:prstGeom>
          <a:solidFill>
            <a:srgbClr val="F0F7EF"/>
          </a:solidFill>
          <a:ln w="15240">
            <a:solidFill>
              <a:srgbClr val="376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文字｜入力パラメーター（イオン–中性種ペア）"/>
          <p:cNvSpPr txBox="1"/>
          <p:nvPr/>
        </p:nvSpPr>
        <p:spPr>
          <a:xfrm>
            <a:off x="590550" y="4286250"/>
            <a:ext cx="7677150" cy="3905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11111"/>
                </a:solidFill>
                <a:latin typeface="Noto Sans CJK JP"/>
              </a:defRPr>
            </a:pPr>
            <a:r>
              <a:rPr sz="2100" b="1">
                <a:solidFill>
                  <a:srgbClr val="111111"/>
                </a:solidFill>
                <a:latin typeface="Noto Sans CJK JP"/>
                <a:ea typeface="Noto Sans CJK JP"/>
              </a:rPr>
              <a:t>入力パラメーター（イオン–中性種ペア）</a:t>
            </a:r>
          </a:p>
        </p:txBody>
      </p:sp>
      <p:sp>
        <p:nvSpPr>
          <p:cNvPr id="51" name="文字｜反応チャネルの情報"/>
          <p:cNvSpPr txBox="1"/>
          <p:nvPr/>
        </p:nvSpPr>
        <p:spPr>
          <a:xfrm>
            <a:off x="8867775" y="4286250"/>
            <a:ext cx="5210175" cy="3905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11111"/>
                </a:solidFill>
                <a:latin typeface="Noto Sans CJK JP"/>
              </a:defRPr>
            </a:pPr>
            <a:r>
              <a:rPr sz="2100" b="1">
                <a:solidFill>
                  <a:srgbClr val="111111"/>
                </a:solidFill>
                <a:latin typeface="Noto Sans CJK JP"/>
                <a:ea typeface="Noto Sans CJK JP"/>
              </a:rPr>
              <a:t>反応チャネルの情報</a:t>
            </a:r>
          </a:p>
        </p:txBody>
      </p:sp>
      <p:sp>
        <p:nvSpPr>
          <p:cNvPr id="52" name="枠｜"/>
          <p:cNvSpPr/>
          <p:nvPr/>
        </p:nvSpPr>
        <p:spPr>
          <a:xfrm>
            <a:off x="600075" y="4733925"/>
            <a:ext cx="1209675" cy="107632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3568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文字｜m_{ion}"/>
          <p:cNvSpPr txBox="1"/>
          <p:nvPr/>
        </p:nvSpPr>
        <p:spPr>
          <a:xfrm>
            <a:off x="647700" y="4791075"/>
            <a:ext cx="1114425" cy="3333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25" b="0">
                <a:solidFill>
                  <a:srgbClr val="111111"/>
                </a:solidFill>
                <a:latin typeface="Noto Sans CJK JP"/>
              </a:defRPr>
            </a:pPr>
            <a:r>
              <a:rPr sz="2025" b="0">
                <a:solidFill>
                  <a:srgbClr val="111111"/>
                </a:solidFill>
                <a:latin typeface="Noto Sans CJK JP"/>
                <a:ea typeface="Noto Sans CJK JP"/>
              </a:rPr>
              <a:t>m</a:t>
            </a:r>
            <a:r>
              <a:rPr sz="1458" b="0" baseline="-22000">
                <a:solidFill>
                  <a:srgbClr val="111111"/>
                </a:solidFill>
                <a:latin typeface="Noto Sans CJK JP"/>
                <a:ea typeface="Noto Sans CJK JP"/>
              </a:rPr>
              <a:t>ion</a:t>
            </a:r>
          </a:p>
        </p:txBody>
      </p:sp>
      <p:sp>
        <p:nvSpPr>
          <p:cNvPr id="54" name="文字｜[amu]"/>
          <p:cNvSpPr txBox="1"/>
          <p:nvPr/>
        </p:nvSpPr>
        <p:spPr>
          <a:xfrm>
            <a:off x="647700" y="5114925"/>
            <a:ext cx="1114425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111111"/>
                </a:solidFill>
                <a:latin typeface="Noto Sans CJK JP"/>
              </a:defRPr>
            </a:pPr>
            <a:r>
              <a:rPr sz="1650" b="0">
                <a:solidFill>
                  <a:srgbClr val="111111"/>
                </a:solidFill>
                <a:latin typeface="Noto Sans CJK JP"/>
                <a:ea typeface="Noto Sans CJK JP"/>
              </a:rPr>
              <a:t>[amu]</a:t>
            </a:r>
          </a:p>
        </p:txBody>
      </p:sp>
      <p:sp>
        <p:nvSpPr>
          <p:cNvPr id="55" name="図形"/>
          <p:cNvSpPr/>
          <p:nvPr/>
        </p:nvSpPr>
        <p:spPr>
          <a:xfrm>
            <a:off x="733425" y="5400675"/>
            <a:ext cx="942975" cy="314325"/>
          </a:xfrm>
          <a:prstGeom prst="roundRect">
            <a:avLst>
              <a:gd name="adj" fmla="val 7000"/>
            </a:avLst>
          </a:prstGeom>
          <a:solidFill>
            <a:srgbClr val="E3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文字｜?"/>
          <p:cNvSpPr txBox="1"/>
          <p:nvPr/>
        </p:nvSpPr>
        <p:spPr>
          <a:xfrm>
            <a:off x="742950" y="5391150"/>
            <a:ext cx="923925" cy="3333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11111"/>
                </a:solidFill>
                <a:latin typeface="Noto Sans CJK JP"/>
              </a:defRPr>
            </a:pPr>
            <a:r>
              <a:rPr sz="1800" b="1">
                <a:solidFill>
                  <a:srgbClr val="111111"/>
                </a:solidFill>
                <a:latin typeface="Noto Sans CJK JP"/>
                <a:ea typeface="Noto Sans CJK JP"/>
              </a:rPr>
              <a:t>?</a:t>
            </a:r>
          </a:p>
        </p:txBody>
      </p:sp>
      <p:sp>
        <p:nvSpPr>
          <p:cNvPr id="57" name="枠｜"/>
          <p:cNvSpPr/>
          <p:nvPr/>
        </p:nvSpPr>
        <p:spPr>
          <a:xfrm>
            <a:off x="1876425" y="4733925"/>
            <a:ext cx="1200150" cy="107632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3568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文字｜m_{neutral}"/>
          <p:cNvSpPr txBox="1"/>
          <p:nvPr/>
        </p:nvSpPr>
        <p:spPr>
          <a:xfrm>
            <a:off x="1924049" y="4791075"/>
            <a:ext cx="1104900" cy="3333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944" b="0">
                <a:solidFill>
                  <a:srgbClr val="111111"/>
                </a:solidFill>
                <a:latin typeface="Noto Sans CJK JP"/>
              </a:defRPr>
            </a:pPr>
            <a:r>
              <a:rPr sz="1944" b="0">
                <a:solidFill>
                  <a:srgbClr val="111111"/>
                </a:solidFill>
                <a:latin typeface="Noto Sans CJK JP"/>
                <a:ea typeface="Noto Sans CJK JP"/>
              </a:rPr>
              <a:t>m</a:t>
            </a:r>
            <a:r>
              <a:rPr sz="1399" b="0" baseline="-22000">
                <a:solidFill>
                  <a:srgbClr val="111111"/>
                </a:solidFill>
                <a:latin typeface="Noto Sans CJK JP"/>
                <a:ea typeface="Noto Sans CJK JP"/>
              </a:rPr>
              <a:t>neutral</a:t>
            </a:r>
          </a:p>
        </p:txBody>
      </p:sp>
      <p:sp>
        <p:nvSpPr>
          <p:cNvPr id="59" name="文字｜[amu]"/>
          <p:cNvSpPr txBox="1"/>
          <p:nvPr/>
        </p:nvSpPr>
        <p:spPr>
          <a:xfrm>
            <a:off x="1924049" y="5114925"/>
            <a:ext cx="11049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111111"/>
                </a:solidFill>
                <a:latin typeface="Noto Sans CJK JP"/>
              </a:defRPr>
            </a:pPr>
            <a:r>
              <a:rPr sz="1650" b="0">
                <a:solidFill>
                  <a:srgbClr val="111111"/>
                </a:solidFill>
                <a:latin typeface="Noto Sans CJK JP"/>
                <a:ea typeface="Noto Sans CJK JP"/>
              </a:rPr>
              <a:t>[amu]</a:t>
            </a:r>
          </a:p>
        </p:txBody>
      </p:sp>
      <p:sp>
        <p:nvSpPr>
          <p:cNvPr id="60" name="図形"/>
          <p:cNvSpPr/>
          <p:nvPr/>
        </p:nvSpPr>
        <p:spPr>
          <a:xfrm>
            <a:off x="2009774" y="5400675"/>
            <a:ext cx="933449" cy="314325"/>
          </a:xfrm>
          <a:prstGeom prst="roundRect">
            <a:avLst>
              <a:gd name="adj" fmla="val 7000"/>
            </a:avLst>
          </a:prstGeom>
          <a:solidFill>
            <a:srgbClr val="E3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文字｜?"/>
          <p:cNvSpPr txBox="1"/>
          <p:nvPr/>
        </p:nvSpPr>
        <p:spPr>
          <a:xfrm>
            <a:off x="2019300" y="5391150"/>
            <a:ext cx="914400" cy="3333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11111"/>
                </a:solidFill>
                <a:latin typeface="Noto Sans CJK JP"/>
              </a:defRPr>
            </a:pPr>
            <a:r>
              <a:rPr sz="1800" b="1">
                <a:solidFill>
                  <a:srgbClr val="111111"/>
                </a:solidFill>
                <a:latin typeface="Noto Sans CJK JP"/>
                <a:ea typeface="Noto Sans CJK JP"/>
              </a:rPr>
              <a:t>?</a:t>
            </a:r>
          </a:p>
        </p:txBody>
      </p:sp>
      <p:sp>
        <p:nvSpPr>
          <p:cNvPr id="62" name="枠｜"/>
          <p:cNvSpPr/>
          <p:nvPr/>
        </p:nvSpPr>
        <p:spPr>
          <a:xfrm>
            <a:off x="3143250" y="4733925"/>
            <a:ext cx="1143000" cy="107632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3568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文字｜q"/>
          <p:cNvSpPr txBox="1"/>
          <p:nvPr/>
        </p:nvSpPr>
        <p:spPr>
          <a:xfrm>
            <a:off x="3190875" y="4791075"/>
            <a:ext cx="1047749" cy="3333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25" b="0">
                <a:solidFill>
                  <a:srgbClr val="111111"/>
                </a:solidFill>
                <a:latin typeface="Noto Sans CJK JP"/>
              </a:defRPr>
            </a:pPr>
            <a:r>
              <a:rPr sz="2025" b="0">
                <a:solidFill>
                  <a:srgbClr val="111111"/>
                </a:solidFill>
                <a:latin typeface="Noto Sans CJK JP"/>
                <a:ea typeface="Noto Sans CJK JP"/>
              </a:rPr>
              <a:t>q</a:t>
            </a:r>
          </a:p>
        </p:txBody>
      </p:sp>
      <p:sp>
        <p:nvSpPr>
          <p:cNvPr id="64" name="文字｜[e]"/>
          <p:cNvSpPr txBox="1"/>
          <p:nvPr/>
        </p:nvSpPr>
        <p:spPr>
          <a:xfrm>
            <a:off x="3190875" y="5114925"/>
            <a:ext cx="1047749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111111"/>
                </a:solidFill>
                <a:latin typeface="Noto Sans CJK JP"/>
              </a:defRPr>
            </a:pPr>
            <a:r>
              <a:rPr sz="1650" b="0">
                <a:solidFill>
                  <a:srgbClr val="111111"/>
                </a:solidFill>
                <a:latin typeface="Noto Sans CJK JP"/>
                <a:ea typeface="Noto Sans CJK JP"/>
              </a:rPr>
              <a:t>[e]</a:t>
            </a:r>
          </a:p>
        </p:txBody>
      </p:sp>
      <p:sp>
        <p:nvSpPr>
          <p:cNvPr id="65" name="図形"/>
          <p:cNvSpPr/>
          <p:nvPr/>
        </p:nvSpPr>
        <p:spPr>
          <a:xfrm>
            <a:off x="3276600" y="5400675"/>
            <a:ext cx="876300" cy="314325"/>
          </a:xfrm>
          <a:prstGeom prst="roundRect">
            <a:avLst>
              <a:gd name="adj" fmla="val 7000"/>
            </a:avLst>
          </a:prstGeom>
          <a:solidFill>
            <a:srgbClr val="E3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文字｜+1"/>
          <p:cNvSpPr txBox="1"/>
          <p:nvPr/>
        </p:nvSpPr>
        <p:spPr>
          <a:xfrm>
            <a:off x="3286125" y="5391150"/>
            <a:ext cx="857250" cy="3333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11111"/>
                </a:solidFill>
                <a:latin typeface="Noto Sans CJK JP"/>
              </a:defRPr>
            </a:pPr>
            <a:r>
              <a:rPr sz="1800" b="1">
                <a:solidFill>
                  <a:srgbClr val="111111"/>
                </a:solidFill>
                <a:latin typeface="Noto Sans CJK JP"/>
                <a:ea typeface="Noto Sans CJK JP"/>
              </a:rPr>
              <a:t>+1</a:t>
            </a:r>
          </a:p>
        </p:txBody>
      </p:sp>
      <p:sp>
        <p:nvSpPr>
          <p:cNvPr id="67" name="枠｜"/>
          <p:cNvSpPr/>
          <p:nvPr/>
        </p:nvSpPr>
        <p:spPr>
          <a:xfrm>
            <a:off x="4352925" y="4733925"/>
            <a:ext cx="1200150" cy="107632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3568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文字｜α"/>
          <p:cNvSpPr txBox="1"/>
          <p:nvPr/>
        </p:nvSpPr>
        <p:spPr>
          <a:xfrm>
            <a:off x="4400550" y="4791075"/>
            <a:ext cx="1104900" cy="3333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25" b="0">
                <a:solidFill>
                  <a:srgbClr val="111111"/>
                </a:solidFill>
                <a:latin typeface="Noto Sans CJK JP"/>
              </a:defRPr>
            </a:pPr>
            <a:r>
              <a:rPr sz="2025" b="0">
                <a:solidFill>
                  <a:srgbClr val="111111"/>
                </a:solidFill>
                <a:latin typeface="Noto Sans CJK JP"/>
                <a:ea typeface="Noto Sans CJK JP"/>
              </a:rPr>
              <a:t>α</a:t>
            </a:r>
          </a:p>
        </p:txBody>
      </p:sp>
      <p:sp>
        <p:nvSpPr>
          <p:cNvPr id="69" name="文字｜[Å³]"/>
          <p:cNvSpPr txBox="1"/>
          <p:nvPr/>
        </p:nvSpPr>
        <p:spPr>
          <a:xfrm>
            <a:off x="4400550" y="5114925"/>
            <a:ext cx="11049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111111"/>
                </a:solidFill>
                <a:latin typeface="Noto Sans CJK JP"/>
              </a:defRPr>
            </a:pPr>
            <a:r>
              <a:rPr sz="1650" b="0">
                <a:solidFill>
                  <a:srgbClr val="111111"/>
                </a:solidFill>
                <a:latin typeface="Noto Sans CJK JP"/>
                <a:ea typeface="Noto Sans CJK JP"/>
              </a:rPr>
              <a:t>[Å³]</a:t>
            </a:r>
          </a:p>
        </p:txBody>
      </p:sp>
      <p:sp>
        <p:nvSpPr>
          <p:cNvPr id="70" name="図形"/>
          <p:cNvSpPr/>
          <p:nvPr/>
        </p:nvSpPr>
        <p:spPr>
          <a:xfrm>
            <a:off x="4486275" y="5400675"/>
            <a:ext cx="933449" cy="314325"/>
          </a:xfrm>
          <a:prstGeom prst="roundRect">
            <a:avLst>
              <a:gd name="adj" fmla="val 7000"/>
            </a:avLst>
          </a:prstGeom>
          <a:solidFill>
            <a:srgbClr val="E3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文字｜?"/>
          <p:cNvSpPr txBox="1"/>
          <p:nvPr/>
        </p:nvSpPr>
        <p:spPr>
          <a:xfrm>
            <a:off x="4495800" y="5391150"/>
            <a:ext cx="914400" cy="3333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11111"/>
                </a:solidFill>
                <a:latin typeface="Noto Sans CJK JP"/>
              </a:defRPr>
            </a:pPr>
            <a:r>
              <a:rPr sz="1800" b="1">
                <a:solidFill>
                  <a:srgbClr val="111111"/>
                </a:solidFill>
                <a:latin typeface="Noto Sans CJK JP"/>
                <a:ea typeface="Noto Sans CJK JP"/>
              </a:rPr>
              <a:t>?</a:t>
            </a:r>
          </a:p>
        </p:txBody>
      </p:sp>
      <p:sp>
        <p:nvSpPr>
          <p:cNvPr id="72" name="枠｜"/>
          <p:cNvSpPr/>
          <p:nvPr/>
        </p:nvSpPr>
        <p:spPr>
          <a:xfrm>
            <a:off x="5638800" y="4733925"/>
            <a:ext cx="1238250" cy="107632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3568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文字｜μ_{D}"/>
          <p:cNvSpPr txBox="1"/>
          <p:nvPr/>
        </p:nvSpPr>
        <p:spPr>
          <a:xfrm>
            <a:off x="5686425" y="4791075"/>
            <a:ext cx="1143000" cy="3333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25" b="0">
                <a:solidFill>
                  <a:srgbClr val="111111"/>
                </a:solidFill>
                <a:latin typeface="Noto Sans CJK JP"/>
              </a:defRPr>
            </a:pPr>
            <a:r>
              <a:rPr sz="2025" b="0">
                <a:solidFill>
                  <a:srgbClr val="111111"/>
                </a:solidFill>
                <a:latin typeface="Noto Sans CJK JP"/>
                <a:ea typeface="Noto Sans CJK JP"/>
              </a:rPr>
              <a:t>μ</a:t>
            </a:r>
            <a:r>
              <a:rPr sz="1458" b="0" baseline="-22000">
                <a:solidFill>
                  <a:srgbClr val="111111"/>
                </a:solidFill>
                <a:latin typeface="Noto Sans CJK JP"/>
                <a:ea typeface="Noto Sans CJK JP"/>
              </a:rPr>
              <a:t>D</a:t>
            </a:r>
          </a:p>
        </p:txBody>
      </p:sp>
      <p:sp>
        <p:nvSpPr>
          <p:cNvPr id="74" name="文字｜[Debye]"/>
          <p:cNvSpPr txBox="1"/>
          <p:nvPr/>
        </p:nvSpPr>
        <p:spPr>
          <a:xfrm>
            <a:off x="5686425" y="5114925"/>
            <a:ext cx="11430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111111"/>
                </a:solidFill>
                <a:latin typeface="Noto Sans CJK JP"/>
              </a:defRPr>
            </a:pPr>
            <a:r>
              <a:rPr sz="1650" b="0">
                <a:solidFill>
                  <a:srgbClr val="111111"/>
                </a:solidFill>
                <a:latin typeface="Noto Sans CJK JP"/>
                <a:ea typeface="Noto Sans CJK JP"/>
              </a:rPr>
              <a:t>[Debye]</a:t>
            </a:r>
          </a:p>
        </p:txBody>
      </p:sp>
      <p:sp>
        <p:nvSpPr>
          <p:cNvPr id="75" name="図形"/>
          <p:cNvSpPr/>
          <p:nvPr/>
        </p:nvSpPr>
        <p:spPr>
          <a:xfrm>
            <a:off x="5772150" y="5400675"/>
            <a:ext cx="971550" cy="314325"/>
          </a:xfrm>
          <a:prstGeom prst="roundRect">
            <a:avLst>
              <a:gd name="adj" fmla="val 7000"/>
            </a:avLst>
          </a:prstGeom>
          <a:solidFill>
            <a:srgbClr val="E3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文字｜?"/>
          <p:cNvSpPr txBox="1"/>
          <p:nvPr/>
        </p:nvSpPr>
        <p:spPr>
          <a:xfrm>
            <a:off x="5781675" y="5391150"/>
            <a:ext cx="952500" cy="3333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11111"/>
                </a:solidFill>
                <a:latin typeface="Noto Sans CJK JP"/>
              </a:defRPr>
            </a:pPr>
            <a:r>
              <a:rPr sz="1800" b="1">
                <a:solidFill>
                  <a:srgbClr val="111111"/>
                </a:solidFill>
                <a:latin typeface="Noto Sans CJK JP"/>
                <a:ea typeface="Noto Sans CJK JP"/>
              </a:rPr>
              <a:t>?</a:t>
            </a:r>
          </a:p>
        </p:txBody>
      </p:sp>
      <p:sp>
        <p:nvSpPr>
          <p:cNvPr id="77" name="枠｜"/>
          <p:cNvSpPr/>
          <p:nvPr/>
        </p:nvSpPr>
        <p:spPr>
          <a:xfrm>
            <a:off x="6962775" y="4733925"/>
            <a:ext cx="1304925" cy="107632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3568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文字｜r_{c}"/>
          <p:cNvSpPr txBox="1"/>
          <p:nvPr/>
        </p:nvSpPr>
        <p:spPr>
          <a:xfrm>
            <a:off x="7010400" y="4791075"/>
            <a:ext cx="1209675" cy="3333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25" b="0">
                <a:solidFill>
                  <a:srgbClr val="111111"/>
                </a:solidFill>
                <a:latin typeface="Noto Sans CJK JP"/>
              </a:defRPr>
            </a:pPr>
            <a:r>
              <a:rPr sz="2025" b="0">
                <a:solidFill>
                  <a:srgbClr val="111111"/>
                </a:solidFill>
                <a:latin typeface="Noto Sans CJK JP"/>
                <a:ea typeface="Noto Sans CJK JP"/>
              </a:rPr>
              <a:t>r</a:t>
            </a:r>
            <a:r>
              <a:rPr sz="1458" b="0" baseline="-22000">
                <a:solidFill>
                  <a:srgbClr val="111111"/>
                </a:solidFill>
                <a:latin typeface="Noto Sans CJK JP"/>
                <a:ea typeface="Noto Sans CJK JP"/>
              </a:rPr>
              <a:t>c</a:t>
            </a:r>
          </a:p>
        </p:txBody>
      </p:sp>
      <p:sp>
        <p:nvSpPr>
          <p:cNvPr id="79" name="文字｜[Å]"/>
          <p:cNvSpPr txBox="1"/>
          <p:nvPr/>
        </p:nvSpPr>
        <p:spPr>
          <a:xfrm>
            <a:off x="7010400" y="5114925"/>
            <a:ext cx="1209675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111111"/>
                </a:solidFill>
                <a:latin typeface="Noto Sans CJK JP"/>
              </a:defRPr>
            </a:pPr>
            <a:r>
              <a:rPr sz="1650" b="0">
                <a:solidFill>
                  <a:srgbClr val="111111"/>
                </a:solidFill>
                <a:latin typeface="Noto Sans CJK JP"/>
                <a:ea typeface="Noto Sans CJK JP"/>
              </a:rPr>
              <a:t>[Å]</a:t>
            </a:r>
          </a:p>
        </p:txBody>
      </p:sp>
      <p:sp>
        <p:nvSpPr>
          <p:cNvPr id="80" name="図形"/>
          <p:cNvSpPr/>
          <p:nvPr/>
        </p:nvSpPr>
        <p:spPr>
          <a:xfrm>
            <a:off x="7096125" y="5400675"/>
            <a:ext cx="1038225" cy="314325"/>
          </a:xfrm>
          <a:prstGeom prst="roundRect">
            <a:avLst>
              <a:gd name="adj" fmla="val 7000"/>
            </a:avLst>
          </a:prstGeom>
          <a:solidFill>
            <a:srgbClr val="E3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文字｜?"/>
          <p:cNvSpPr txBox="1"/>
          <p:nvPr/>
        </p:nvSpPr>
        <p:spPr>
          <a:xfrm>
            <a:off x="7105650" y="5391150"/>
            <a:ext cx="1019174" cy="3333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11111"/>
                </a:solidFill>
                <a:latin typeface="Noto Sans CJK JP"/>
              </a:defRPr>
            </a:pPr>
            <a:r>
              <a:rPr sz="1800" b="1">
                <a:solidFill>
                  <a:srgbClr val="111111"/>
                </a:solidFill>
                <a:latin typeface="Noto Sans CJK JP"/>
                <a:ea typeface="Noto Sans CJK JP"/>
              </a:rPr>
              <a:t>?</a:t>
            </a:r>
          </a:p>
        </p:txBody>
      </p:sp>
      <p:sp>
        <p:nvSpPr>
          <p:cNvPr id="82" name="文字｜μ_{D} ≠ 0 → DNT⁺DM"/>
          <p:cNvSpPr txBox="1"/>
          <p:nvPr/>
        </p:nvSpPr>
        <p:spPr>
          <a:xfrm>
            <a:off x="5572125" y="5810250"/>
            <a:ext cx="2809875" cy="2952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111111"/>
                </a:solidFill>
                <a:latin typeface="Noto Sans CJK JP"/>
              </a:defRPr>
            </a:pPr>
            <a:r>
              <a:rPr sz="1650" b="0">
                <a:solidFill>
                  <a:srgbClr val="111111"/>
                </a:solidFill>
                <a:latin typeface="Noto Sans CJK JP"/>
                <a:ea typeface="Noto Sans CJK JP"/>
              </a:rPr>
              <a:t>μ</a:t>
            </a:r>
            <a:r>
              <a:rPr sz="1188" b="0" baseline="-22000">
                <a:solidFill>
                  <a:srgbClr val="111111"/>
                </a:solidFill>
                <a:latin typeface="Noto Sans CJK JP"/>
                <a:ea typeface="Noto Sans CJK JP"/>
              </a:rPr>
              <a:t>D</a:t>
            </a:r>
            <a:r>
              <a:rPr sz="1650" b="0">
                <a:solidFill>
                  <a:srgbClr val="111111"/>
                </a:solidFill>
                <a:latin typeface="Noto Sans CJK JP"/>
                <a:ea typeface="Noto Sans CJK JP"/>
              </a:rPr>
              <a:t> ≠ 0 → DNT⁺DM</a:t>
            </a:r>
          </a:p>
        </p:txBody>
      </p:sp>
      <p:sp>
        <p:nvSpPr>
          <p:cNvPr id="83" name="枠｜"/>
          <p:cNvSpPr/>
          <p:nvPr/>
        </p:nvSpPr>
        <p:spPr>
          <a:xfrm>
            <a:off x="8905875" y="4733925"/>
            <a:ext cx="1724025" cy="100012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477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文字｜生成物"/>
          <p:cNvSpPr txBox="1"/>
          <p:nvPr/>
        </p:nvSpPr>
        <p:spPr>
          <a:xfrm>
            <a:off x="8953500" y="4791075"/>
            <a:ext cx="1628775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11111"/>
                </a:solidFill>
                <a:latin typeface="Noto Sans CJK JP"/>
              </a:defRPr>
            </a:pPr>
            <a:r>
              <a:rPr sz="1875" b="1">
                <a:solidFill>
                  <a:srgbClr val="111111"/>
                </a:solidFill>
                <a:latin typeface="Noto Sans CJK JP"/>
                <a:ea typeface="Noto Sans CJK JP"/>
              </a:rPr>
              <a:t>生成物</a:t>
            </a:r>
          </a:p>
        </p:txBody>
      </p:sp>
      <p:sp>
        <p:nvSpPr>
          <p:cNvPr id="85" name="図形"/>
          <p:cNvSpPr/>
          <p:nvPr/>
        </p:nvSpPr>
        <p:spPr>
          <a:xfrm>
            <a:off x="9029700" y="5334000"/>
            <a:ext cx="1476375" cy="323850"/>
          </a:xfrm>
          <a:prstGeom prst="roundRect">
            <a:avLst>
              <a:gd name="adj" fmla="val 7000"/>
            </a:avLst>
          </a:prstGeom>
          <a:solidFill>
            <a:srgbClr val="E3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文字｜?"/>
          <p:cNvSpPr txBox="1"/>
          <p:nvPr/>
        </p:nvSpPr>
        <p:spPr>
          <a:xfrm>
            <a:off x="9048750" y="5334000"/>
            <a:ext cx="1438275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11111"/>
                </a:solidFill>
                <a:latin typeface="Noto Sans CJK JP"/>
              </a:defRPr>
            </a:pPr>
            <a:r>
              <a:rPr sz="1800" b="1">
                <a:solidFill>
                  <a:srgbClr val="111111"/>
                </a:solidFill>
                <a:latin typeface="Noto Sans CJK JP"/>
                <a:ea typeface="Noto Sans CJK JP"/>
              </a:rPr>
              <a:t>?</a:t>
            </a:r>
          </a:p>
        </p:txBody>
      </p:sp>
      <p:sp>
        <p:nvSpPr>
          <p:cNvPr id="87" name="枠｜"/>
          <p:cNvSpPr/>
          <p:nvPr/>
        </p:nvSpPr>
        <p:spPr>
          <a:xfrm>
            <a:off x="10706100" y="4733925"/>
            <a:ext cx="1685925" cy="100012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477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文字｜しきい値"/>
          <p:cNvSpPr txBox="1"/>
          <p:nvPr/>
        </p:nvSpPr>
        <p:spPr>
          <a:xfrm>
            <a:off x="10753725" y="4791075"/>
            <a:ext cx="1590675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11111"/>
                </a:solidFill>
                <a:latin typeface="Noto Sans CJK JP"/>
              </a:defRPr>
            </a:pPr>
            <a:r>
              <a:rPr sz="1875" b="1">
                <a:solidFill>
                  <a:srgbClr val="111111"/>
                </a:solidFill>
                <a:latin typeface="Noto Sans CJK JP"/>
                <a:ea typeface="Noto Sans CJK JP"/>
              </a:rPr>
              <a:t>しきい値</a:t>
            </a:r>
          </a:p>
        </p:txBody>
      </p:sp>
      <p:sp>
        <p:nvSpPr>
          <p:cNvPr id="89" name="文字｜[eV]"/>
          <p:cNvSpPr txBox="1"/>
          <p:nvPr/>
        </p:nvSpPr>
        <p:spPr>
          <a:xfrm>
            <a:off x="10753725" y="5076825"/>
            <a:ext cx="1590675" cy="2476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111111"/>
                </a:solidFill>
                <a:latin typeface="Noto Sans CJK JP"/>
              </a:defRPr>
            </a:pPr>
            <a:r>
              <a:rPr sz="1650" b="0">
                <a:solidFill>
                  <a:srgbClr val="111111"/>
                </a:solidFill>
                <a:latin typeface="Noto Sans CJK JP"/>
                <a:ea typeface="Noto Sans CJK JP"/>
              </a:rPr>
              <a:t>[eV]</a:t>
            </a:r>
          </a:p>
        </p:txBody>
      </p:sp>
      <p:sp>
        <p:nvSpPr>
          <p:cNvPr id="90" name="図形"/>
          <p:cNvSpPr/>
          <p:nvPr/>
        </p:nvSpPr>
        <p:spPr>
          <a:xfrm>
            <a:off x="10829925" y="5334000"/>
            <a:ext cx="1438275" cy="323850"/>
          </a:xfrm>
          <a:prstGeom prst="roundRect">
            <a:avLst>
              <a:gd name="adj" fmla="val 7000"/>
            </a:avLst>
          </a:prstGeom>
          <a:solidFill>
            <a:srgbClr val="E3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文字｜?"/>
          <p:cNvSpPr txBox="1"/>
          <p:nvPr/>
        </p:nvSpPr>
        <p:spPr>
          <a:xfrm>
            <a:off x="10848975" y="5334000"/>
            <a:ext cx="1400175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11111"/>
                </a:solidFill>
                <a:latin typeface="Noto Sans CJK JP"/>
              </a:defRPr>
            </a:pPr>
            <a:r>
              <a:rPr sz="1800" b="1">
                <a:solidFill>
                  <a:srgbClr val="111111"/>
                </a:solidFill>
                <a:latin typeface="Noto Sans CJK JP"/>
                <a:ea typeface="Noto Sans CJK JP"/>
              </a:rPr>
              <a:t>?</a:t>
            </a:r>
          </a:p>
        </p:txBody>
      </p:sp>
      <p:sp>
        <p:nvSpPr>
          <p:cNvPr id="92" name="枠｜"/>
          <p:cNvSpPr/>
          <p:nvPr/>
        </p:nvSpPr>
        <p:spPr>
          <a:xfrm>
            <a:off x="12468225" y="4733925"/>
            <a:ext cx="1619250" cy="100012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477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文字｜ΔE"/>
          <p:cNvSpPr txBox="1"/>
          <p:nvPr/>
        </p:nvSpPr>
        <p:spPr>
          <a:xfrm>
            <a:off x="12515850" y="4791075"/>
            <a:ext cx="15240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11111"/>
                </a:solidFill>
                <a:latin typeface="Noto Sans CJK JP"/>
              </a:defRPr>
            </a:pPr>
            <a:r>
              <a:rPr sz="1875" b="1">
                <a:solidFill>
                  <a:srgbClr val="111111"/>
                </a:solidFill>
                <a:latin typeface="Noto Sans CJK JP"/>
                <a:ea typeface="Noto Sans CJK JP"/>
              </a:rPr>
              <a:t>ΔE</a:t>
            </a:r>
          </a:p>
        </p:txBody>
      </p:sp>
      <p:sp>
        <p:nvSpPr>
          <p:cNvPr id="94" name="文字｜[eV]"/>
          <p:cNvSpPr txBox="1"/>
          <p:nvPr/>
        </p:nvSpPr>
        <p:spPr>
          <a:xfrm>
            <a:off x="12515850" y="5076825"/>
            <a:ext cx="1524000" cy="2476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111111"/>
                </a:solidFill>
                <a:latin typeface="Noto Sans CJK JP"/>
              </a:defRPr>
            </a:pPr>
            <a:r>
              <a:rPr sz="1650" b="0">
                <a:solidFill>
                  <a:srgbClr val="111111"/>
                </a:solidFill>
                <a:latin typeface="Noto Sans CJK JP"/>
                <a:ea typeface="Noto Sans CJK JP"/>
              </a:rPr>
              <a:t>[eV]</a:t>
            </a:r>
          </a:p>
        </p:txBody>
      </p:sp>
      <p:sp>
        <p:nvSpPr>
          <p:cNvPr id="95" name="図形"/>
          <p:cNvSpPr/>
          <p:nvPr/>
        </p:nvSpPr>
        <p:spPr>
          <a:xfrm>
            <a:off x="12592050" y="5334000"/>
            <a:ext cx="1371600" cy="323850"/>
          </a:xfrm>
          <a:prstGeom prst="roundRect">
            <a:avLst>
              <a:gd name="adj" fmla="val 7000"/>
            </a:avLst>
          </a:prstGeom>
          <a:solidFill>
            <a:srgbClr val="E3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文字｜?"/>
          <p:cNvSpPr txBox="1"/>
          <p:nvPr/>
        </p:nvSpPr>
        <p:spPr>
          <a:xfrm>
            <a:off x="12611100" y="5334000"/>
            <a:ext cx="13335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11111"/>
                </a:solidFill>
                <a:latin typeface="Noto Sans CJK JP"/>
              </a:defRPr>
            </a:pPr>
            <a:r>
              <a:rPr sz="1800" b="1">
                <a:solidFill>
                  <a:srgbClr val="111111"/>
                </a:solidFill>
                <a:latin typeface="Noto Sans CJK JP"/>
                <a:ea typeface="Noto Sans CJK JP"/>
              </a:rPr>
              <a:t>?</a:t>
            </a:r>
          </a:p>
        </p:txBody>
      </p:sp>
      <p:cxnSp>
        <p:nvCxnSpPr>
          <p:cNvPr id="97" name="結合線・接続線"/>
          <p:cNvCxnSpPr/>
          <p:nvPr/>
        </p:nvCxnSpPr>
        <p:spPr>
          <a:xfrm>
            <a:off x="4229100" y="6153150"/>
            <a:ext cx="0" cy="400050"/>
          </a:xfrm>
          <a:prstGeom prst="line">
            <a:avLst/>
          </a:prstGeom>
          <a:ln w="23812">
            <a:solidFill>
              <a:srgbClr val="2A4C6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結合線・接続線"/>
          <p:cNvCxnSpPr/>
          <p:nvPr/>
        </p:nvCxnSpPr>
        <p:spPr>
          <a:xfrm>
            <a:off x="11363325" y="6153150"/>
            <a:ext cx="0" cy="400050"/>
          </a:xfrm>
          <a:prstGeom prst="line">
            <a:avLst/>
          </a:prstGeom>
          <a:ln w="23812">
            <a:solidFill>
              <a:srgbClr val="2A4C6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枠｜"/>
          <p:cNvSpPr/>
          <p:nvPr/>
        </p:nvSpPr>
        <p:spPr>
          <a:xfrm>
            <a:off x="2247900" y="6572250"/>
            <a:ext cx="4648200" cy="1447800"/>
          </a:xfrm>
          <a:prstGeom prst="roundRect">
            <a:avLst>
              <a:gd name="adj" fmla="val 7000"/>
            </a:avLst>
          </a:prstGeom>
          <a:solidFill>
            <a:srgbClr val="FFF4E5"/>
          </a:solidFill>
          <a:ln w="15240">
            <a:solidFill>
              <a:srgbClr val="B956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文字｜ペア物性"/>
          <p:cNvSpPr txBox="1"/>
          <p:nvPr/>
        </p:nvSpPr>
        <p:spPr>
          <a:xfrm>
            <a:off x="2400300" y="6667500"/>
            <a:ext cx="4324350" cy="361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175" b="1">
                <a:solidFill>
                  <a:srgbClr val="111111"/>
                </a:solidFill>
                <a:latin typeface="Noto Sans CJK JP"/>
              </a:defRPr>
            </a:pPr>
            <a:r>
              <a:rPr sz="2175" b="1">
                <a:solidFill>
                  <a:srgbClr val="111111"/>
                </a:solidFill>
                <a:latin typeface="Noto Sans CJK JP"/>
                <a:ea typeface="Noto Sans CJK JP"/>
              </a:rPr>
              <a:t>ペア物性</a:t>
            </a:r>
          </a:p>
        </p:txBody>
      </p:sp>
      <p:sp>
        <p:nvSpPr>
          <p:cNvPr id="101" name="枠｜"/>
          <p:cNvSpPr/>
          <p:nvPr/>
        </p:nvSpPr>
        <p:spPr>
          <a:xfrm>
            <a:off x="2476500" y="7067550"/>
            <a:ext cx="4210050" cy="838200"/>
          </a:xfrm>
          <a:prstGeom prst="roundRect">
            <a:avLst>
              <a:gd name="adj" fmla="val 7000"/>
            </a:avLst>
          </a:prstGeom>
          <a:solidFill>
            <a:srgbClr val="FFFBF4"/>
          </a:solidFill>
          <a:ln w="15240">
            <a:solidFill>
              <a:srgbClr val="B956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文字｜質量・電荷・α・μ_{D}・r_{c}"/>
          <p:cNvSpPr txBox="1"/>
          <p:nvPr/>
        </p:nvSpPr>
        <p:spPr>
          <a:xfrm>
            <a:off x="2533650" y="7086600"/>
            <a:ext cx="4095750" cy="361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25" b="0">
                <a:solidFill>
                  <a:srgbClr val="111111"/>
                </a:solidFill>
                <a:latin typeface="Noto Sans CJK JP"/>
              </a:defRPr>
            </a:pPr>
            <a:r>
              <a:rPr sz="2025" b="0">
                <a:solidFill>
                  <a:srgbClr val="111111"/>
                </a:solidFill>
                <a:latin typeface="Noto Sans CJK JP"/>
                <a:ea typeface="Noto Sans CJK JP"/>
              </a:rPr>
              <a:t>質量・電荷・α・μ</a:t>
            </a:r>
            <a:r>
              <a:rPr sz="1458" b="0" baseline="-22000">
                <a:solidFill>
                  <a:srgbClr val="111111"/>
                </a:solidFill>
                <a:latin typeface="Noto Sans CJK JP"/>
                <a:ea typeface="Noto Sans CJK JP"/>
              </a:rPr>
              <a:t>D</a:t>
            </a:r>
            <a:r>
              <a:rPr sz="2025" b="0">
                <a:solidFill>
                  <a:srgbClr val="111111"/>
                </a:solidFill>
                <a:latin typeface="Noto Sans CJK JP"/>
                <a:ea typeface="Noto Sans CJK JP"/>
              </a:rPr>
              <a:t>・r</a:t>
            </a:r>
            <a:r>
              <a:rPr sz="1458" b="0" baseline="-22000">
                <a:solidFill>
                  <a:srgbClr val="111111"/>
                </a:solidFill>
                <a:latin typeface="Noto Sans CJK JP"/>
                <a:ea typeface="Noto Sans CJK JP"/>
              </a:rPr>
              <a:t>c</a:t>
            </a:r>
          </a:p>
        </p:txBody>
      </p:sp>
      <p:sp>
        <p:nvSpPr>
          <p:cNvPr id="103" name="文字｜必須値の欠損 → incomplete"/>
          <p:cNvSpPr txBox="1"/>
          <p:nvPr/>
        </p:nvSpPr>
        <p:spPr>
          <a:xfrm>
            <a:off x="2533650" y="7505700"/>
            <a:ext cx="409575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11111"/>
                </a:solidFill>
                <a:latin typeface="Noto Sans CJK JP"/>
              </a:defRPr>
            </a:pPr>
            <a:r>
              <a:rPr sz="1800" b="0">
                <a:solidFill>
                  <a:srgbClr val="111111"/>
                </a:solidFill>
                <a:latin typeface="Noto Sans CJK JP"/>
                <a:ea typeface="Noto Sans CJK JP"/>
              </a:rPr>
              <a:t>必須値の欠損 → incomplete</a:t>
            </a:r>
          </a:p>
        </p:txBody>
      </p:sp>
      <p:sp>
        <p:nvSpPr>
          <p:cNvPr id="104" name="枠｜"/>
          <p:cNvSpPr/>
          <p:nvPr/>
        </p:nvSpPr>
        <p:spPr>
          <a:xfrm>
            <a:off x="9467850" y="6572250"/>
            <a:ext cx="4457700" cy="1447800"/>
          </a:xfrm>
          <a:prstGeom prst="roundRect">
            <a:avLst>
              <a:gd name="adj" fmla="val 7000"/>
            </a:avLst>
          </a:prstGeom>
          <a:solidFill>
            <a:srgbClr val="F1F7F1"/>
          </a:solidFill>
          <a:ln w="15240">
            <a:solidFill>
              <a:srgbClr val="396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文字｜チャネル情報"/>
          <p:cNvSpPr txBox="1"/>
          <p:nvPr/>
        </p:nvSpPr>
        <p:spPr>
          <a:xfrm>
            <a:off x="9544050" y="6667500"/>
            <a:ext cx="4305300" cy="361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175" b="1">
                <a:solidFill>
                  <a:srgbClr val="111111"/>
                </a:solidFill>
                <a:latin typeface="Noto Sans CJK JP"/>
              </a:defRPr>
            </a:pPr>
            <a:r>
              <a:rPr sz="2175" b="1">
                <a:solidFill>
                  <a:srgbClr val="111111"/>
                </a:solidFill>
                <a:latin typeface="Noto Sans CJK JP"/>
                <a:ea typeface="Noto Sans CJK JP"/>
              </a:rPr>
              <a:t>チャネル情報</a:t>
            </a:r>
          </a:p>
        </p:txBody>
      </p:sp>
      <p:sp>
        <p:nvSpPr>
          <p:cNvPr id="106" name="枠｜"/>
          <p:cNvSpPr/>
          <p:nvPr/>
        </p:nvSpPr>
        <p:spPr>
          <a:xfrm>
            <a:off x="9734550" y="7067550"/>
            <a:ext cx="3943350" cy="838200"/>
          </a:xfrm>
          <a:prstGeom prst="roundRect">
            <a:avLst>
              <a:gd name="adj" fmla="val 7000"/>
            </a:avLst>
          </a:prstGeom>
          <a:solidFill>
            <a:srgbClr val="FCFEFC"/>
          </a:solidFill>
          <a:ln w="15240">
            <a:solidFill>
              <a:srgbClr val="396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文字｜分類・しきい値・ΔE"/>
          <p:cNvSpPr txBox="1"/>
          <p:nvPr/>
        </p:nvSpPr>
        <p:spPr>
          <a:xfrm>
            <a:off x="9810750" y="7086600"/>
            <a:ext cx="3790949" cy="361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25" b="0">
                <a:solidFill>
                  <a:srgbClr val="111111"/>
                </a:solidFill>
                <a:latin typeface="Noto Sans CJK JP"/>
              </a:defRPr>
            </a:pPr>
            <a:r>
              <a:rPr sz="2025" b="0">
                <a:solidFill>
                  <a:srgbClr val="111111"/>
                </a:solidFill>
                <a:latin typeface="Noto Sans CJK JP"/>
                <a:ea typeface="Noto Sans CJK JP"/>
              </a:rPr>
              <a:t>分類・しきい値・ΔE</a:t>
            </a:r>
          </a:p>
        </p:txBody>
      </p:sp>
      <p:sp>
        <p:nvSpPr>
          <p:cNvPr id="108" name="文字｜チャネル値の欠損 → 警告"/>
          <p:cNvSpPr txBox="1"/>
          <p:nvPr/>
        </p:nvSpPr>
        <p:spPr>
          <a:xfrm>
            <a:off x="9810750" y="7505700"/>
            <a:ext cx="3790949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11111"/>
                </a:solidFill>
                <a:latin typeface="Noto Sans CJK JP"/>
              </a:defRPr>
            </a:pPr>
            <a:r>
              <a:rPr sz="1800" b="0">
                <a:solidFill>
                  <a:srgbClr val="111111"/>
                </a:solidFill>
                <a:latin typeface="Noto Sans CJK JP"/>
                <a:ea typeface="Noto Sans CJK JP"/>
              </a:rPr>
              <a:t>チャネル値の欠損 → 警告</a:t>
            </a:r>
          </a:p>
        </p:txBody>
      </p:sp>
      <p:cxnSp>
        <p:nvCxnSpPr>
          <p:cNvPr id="109" name="結合線・接続線"/>
          <p:cNvCxnSpPr/>
          <p:nvPr/>
        </p:nvCxnSpPr>
        <p:spPr>
          <a:xfrm>
            <a:off x="4467225" y="8020050"/>
            <a:ext cx="0" cy="247649"/>
          </a:xfrm>
          <a:prstGeom prst="line">
            <a:avLst/>
          </a:prstGeom>
          <a:ln w="21907">
            <a:solidFill>
              <a:srgbClr val="2A4C6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結合線・接続線"/>
          <p:cNvCxnSpPr/>
          <p:nvPr/>
        </p:nvCxnSpPr>
        <p:spPr>
          <a:xfrm>
            <a:off x="11382375" y="8020050"/>
            <a:ext cx="0" cy="247649"/>
          </a:xfrm>
          <a:prstGeom prst="line">
            <a:avLst/>
          </a:prstGeom>
          <a:ln w="21907">
            <a:solidFill>
              <a:srgbClr val="2A4C6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結合線・接続線"/>
          <p:cNvCxnSpPr/>
          <p:nvPr/>
        </p:nvCxnSpPr>
        <p:spPr>
          <a:xfrm>
            <a:off x="4467225" y="8267699"/>
            <a:ext cx="6915150" cy="0"/>
          </a:xfrm>
          <a:prstGeom prst="line">
            <a:avLst/>
          </a:prstGeom>
          <a:ln w="21907">
            <a:solidFill>
              <a:srgbClr val="2A4C6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結合線・接続線"/>
          <p:cNvCxnSpPr/>
          <p:nvPr/>
        </p:nvCxnSpPr>
        <p:spPr>
          <a:xfrm>
            <a:off x="7534275" y="8267699"/>
            <a:ext cx="0" cy="314326"/>
          </a:xfrm>
          <a:prstGeom prst="line">
            <a:avLst/>
          </a:prstGeom>
          <a:ln w="21907">
            <a:solidFill>
              <a:srgbClr val="2A4C6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枠｜"/>
          <p:cNvSpPr/>
          <p:nvPr/>
        </p:nvSpPr>
        <p:spPr>
          <a:xfrm>
            <a:off x="5981700" y="8610600"/>
            <a:ext cx="3124200" cy="800100"/>
          </a:xfrm>
          <a:prstGeom prst="roundRect">
            <a:avLst>
              <a:gd name="adj" fmla="val 7000"/>
            </a:avLst>
          </a:prstGeom>
          <a:solidFill>
            <a:srgbClr val="E5F3FD"/>
          </a:solidFill>
          <a:ln w="15240">
            <a:solidFill>
              <a:srgbClr val="205B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YAML書類"/>
          <p:cNvSpPr/>
          <p:nvPr/>
        </p:nvSpPr>
        <p:spPr>
          <a:xfrm>
            <a:off x="6381750" y="8743950"/>
            <a:ext cx="419100" cy="542925"/>
          </a:xfrm>
          <a:prstGeom prst="rect">
            <a:avLst/>
          </a:prstGeom>
          <a:solidFill>
            <a:srgbClr val="FFFFFF"/>
          </a:solidFill>
          <a:ln w="19050">
            <a:solidFill>
              <a:srgbClr val="2348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5" name="結合線・接続線"/>
          <p:cNvCxnSpPr/>
          <p:nvPr/>
        </p:nvCxnSpPr>
        <p:spPr>
          <a:xfrm>
            <a:off x="6467475" y="8905875"/>
            <a:ext cx="228600" cy="0"/>
          </a:xfrm>
          <a:prstGeom prst="line">
            <a:avLst/>
          </a:prstGeom>
          <a:ln w="19050">
            <a:solidFill>
              <a:srgbClr val="2348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結合線・接続線"/>
          <p:cNvCxnSpPr/>
          <p:nvPr/>
        </p:nvCxnSpPr>
        <p:spPr>
          <a:xfrm>
            <a:off x="6467475" y="8991600"/>
            <a:ext cx="238125" cy="0"/>
          </a:xfrm>
          <a:prstGeom prst="line">
            <a:avLst/>
          </a:prstGeom>
          <a:ln w="19050">
            <a:solidFill>
              <a:srgbClr val="2348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結合線・接続線"/>
          <p:cNvCxnSpPr/>
          <p:nvPr/>
        </p:nvCxnSpPr>
        <p:spPr>
          <a:xfrm>
            <a:off x="6467475" y="9077325"/>
            <a:ext cx="238125" cy="0"/>
          </a:xfrm>
          <a:prstGeom prst="line">
            <a:avLst/>
          </a:prstGeom>
          <a:ln w="19050">
            <a:solidFill>
              <a:srgbClr val="2348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結合線・接続線"/>
          <p:cNvCxnSpPr/>
          <p:nvPr/>
        </p:nvCxnSpPr>
        <p:spPr>
          <a:xfrm>
            <a:off x="6467475" y="9172575"/>
            <a:ext cx="238125" cy="0"/>
          </a:xfrm>
          <a:prstGeom prst="line">
            <a:avLst/>
          </a:prstGeom>
          <a:ln w="19050">
            <a:solidFill>
              <a:srgbClr val="2348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文字｜ペア単位 YAML"/>
          <p:cNvSpPr txBox="1"/>
          <p:nvPr/>
        </p:nvSpPr>
        <p:spPr>
          <a:xfrm>
            <a:off x="6943725" y="8763000"/>
            <a:ext cx="2038349" cy="514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11111"/>
                </a:solidFill>
                <a:latin typeface="Noto Sans CJK JP"/>
              </a:defRPr>
            </a:pPr>
            <a:r>
              <a:rPr sz="2100" b="1">
                <a:solidFill>
                  <a:srgbClr val="111111"/>
                </a:solidFill>
                <a:latin typeface="Noto Sans CJK JP"/>
                <a:ea typeface="Noto Sans CJK JP"/>
              </a:rPr>
              <a:t>ペア単位 YAML</a:t>
            </a:r>
          </a:p>
        </p:txBody>
      </p:sp>
      <p:cxnSp>
        <p:nvCxnSpPr>
          <p:cNvPr id="120" name="結合線・接続線"/>
          <p:cNvCxnSpPr/>
          <p:nvPr/>
        </p:nvCxnSpPr>
        <p:spPr>
          <a:xfrm>
            <a:off x="9239250" y="8991600"/>
            <a:ext cx="2066925" cy="0"/>
          </a:xfrm>
          <a:prstGeom prst="line">
            <a:avLst/>
          </a:prstGeom>
          <a:ln w="15240">
            <a:solidFill>
              <a:srgbClr val="315773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枠｜"/>
          <p:cNvSpPr/>
          <p:nvPr/>
        </p:nvSpPr>
        <p:spPr>
          <a:xfrm>
            <a:off x="11420475" y="8572500"/>
            <a:ext cx="2943225" cy="86677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31577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文字｜外部 DNT ソルバー"/>
          <p:cNvSpPr txBox="1"/>
          <p:nvPr/>
        </p:nvSpPr>
        <p:spPr>
          <a:xfrm>
            <a:off x="11496675" y="8648700"/>
            <a:ext cx="2790825" cy="3905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25" b="1">
                <a:solidFill>
                  <a:srgbClr val="111111"/>
                </a:solidFill>
                <a:latin typeface="Noto Sans CJK JP"/>
              </a:defRPr>
            </a:pPr>
            <a:r>
              <a:rPr sz="2025" b="1">
                <a:solidFill>
                  <a:srgbClr val="111111"/>
                </a:solidFill>
                <a:latin typeface="Noto Sans CJK JP"/>
                <a:ea typeface="Noto Sans CJK JP"/>
              </a:rPr>
              <a:t>外部 DNT ソルバー</a:t>
            </a:r>
          </a:p>
        </p:txBody>
      </p:sp>
      <p:sp>
        <p:nvSpPr>
          <p:cNvPr id="123" name="文字｜この処理では未実行"/>
          <p:cNvSpPr txBox="1"/>
          <p:nvPr/>
        </p:nvSpPr>
        <p:spPr>
          <a:xfrm>
            <a:off x="11496675" y="9058275"/>
            <a:ext cx="2790825" cy="2952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111111"/>
                </a:solidFill>
                <a:latin typeface="Noto Sans CJK JP"/>
              </a:defRPr>
            </a:pPr>
            <a:r>
              <a:rPr sz="1650" b="0">
                <a:solidFill>
                  <a:srgbClr val="111111"/>
                </a:solidFill>
                <a:latin typeface="Noto Sans CJK JP"/>
                <a:ea typeface="Noto Sans CJK JP"/>
              </a:rPr>
              <a:t>この処理では未実行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字｜07 / 規則に基づく反応候補の生成"/>
          <p:cNvSpPr txBox="1"/>
          <p:nvPr/>
        </p:nvSpPr>
        <p:spPr>
          <a:xfrm>
            <a:off x="247649" y="47625"/>
            <a:ext cx="14135100" cy="6572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300" b="1">
                <a:solidFill>
                  <a:srgbClr val="111111"/>
                </a:solidFill>
                <a:latin typeface="Noto Sans CJK JP"/>
              </a:defRPr>
            </a:pPr>
            <a:r>
              <a:rPr sz="3300" b="1">
                <a:solidFill>
                  <a:srgbClr val="111111"/>
                </a:solidFill>
                <a:latin typeface="Noto Sans CJK JP"/>
                <a:ea typeface="Noto Sans CJK JP"/>
              </a:rPr>
              <a:t>07 / 反応候補の生成と確認項目</a:t>
            </a:r>
          </a:p>
        </p:txBody>
      </p:sp>
      <p:sp>
        <p:nvSpPr>
          <p:cNvPr id="3" name="枠｜"/>
          <p:cNvSpPr/>
          <p:nvPr/>
        </p:nvSpPr>
        <p:spPr>
          <a:xfrm>
            <a:off x="209550" y="847725"/>
            <a:ext cx="6981825" cy="2657475"/>
          </a:xfrm>
          <a:prstGeom prst="rect">
            <a:avLst/>
          </a:prstGeom>
          <a:noFill/>
          <a:ln w="1524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枠｜"/>
          <p:cNvSpPr/>
          <p:nvPr/>
        </p:nvSpPr>
        <p:spPr>
          <a:xfrm>
            <a:off x="7439024" y="847725"/>
            <a:ext cx="6981825" cy="2657475"/>
          </a:xfrm>
          <a:prstGeom prst="rect">
            <a:avLst/>
          </a:prstGeom>
          <a:noFill/>
          <a:ln w="1524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文字｜(a) 親分子の電離"/>
          <p:cNvSpPr txBox="1"/>
          <p:nvPr/>
        </p:nvSpPr>
        <p:spPr>
          <a:xfrm>
            <a:off x="400050" y="962024"/>
            <a:ext cx="6553200" cy="4476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11111"/>
                </a:solidFill>
                <a:latin typeface="Noto Sans CJK JP"/>
              </a:defRPr>
            </a:pPr>
            <a:r>
              <a:rPr sz="2400" b="1">
                <a:solidFill>
                  <a:srgbClr val="111111"/>
                </a:solidFill>
                <a:latin typeface="Noto Sans CJK JP"/>
                <a:ea typeface="Noto Sans CJK JP"/>
              </a:rPr>
              <a:t>(a) 親分子の電離</a:t>
            </a:r>
          </a:p>
        </p:txBody>
      </p:sp>
      <p:sp>
        <p:nvSpPr>
          <p:cNvPr id="6" name="文字｜(b) 親分子への電荷移動"/>
          <p:cNvSpPr txBox="1"/>
          <p:nvPr/>
        </p:nvSpPr>
        <p:spPr>
          <a:xfrm>
            <a:off x="7639049" y="962024"/>
            <a:ext cx="6572250" cy="4476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11111"/>
                </a:solidFill>
                <a:latin typeface="Noto Sans CJK JP"/>
              </a:defRPr>
            </a:pPr>
            <a:r>
              <a:rPr sz="2400" b="1">
                <a:solidFill>
                  <a:srgbClr val="111111"/>
                </a:solidFill>
                <a:latin typeface="Noto Sans CJK JP"/>
                <a:ea typeface="Noto Sans CJK JP"/>
              </a:rPr>
              <a:t>(b) 親分子への電荷移動</a:t>
            </a:r>
          </a:p>
        </p:txBody>
      </p:sp>
      <p:sp>
        <p:nvSpPr>
          <p:cNvPr id="7" name="文字｜e⁻ + M → 2e⁻ + M⁺"/>
          <p:cNvSpPr txBox="1"/>
          <p:nvPr/>
        </p:nvSpPr>
        <p:spPr>
          <a:xfrm>
            <a:off x="523874" y="1390650"/>
            <a:ext cx="6343650" cy="581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775" b="0">
                <a:solidFill>
                  <a:srgbClr val="111111"/>
                </a:solidFill>
                <a:latin typeface="Noto Sans CJK JP"/>
              </a:defRPr>
            </a:pPr>
            <a:r>
              <a:rPr sz="2775" b="0">
                <a:solidFill>
                  <a:srgbClr val="111111"/>
                </a:solidFill>
                <a:latin typeface="Noto Sans CJK JP"/>
                <a:ea typeface="Noto Sans CJK JP"/>
              </a:rPr>
              <a:t>e⁻ + M → 2e⁻ + M⁺</a:t>
            </a:r>
          </a:p>
        </p:txBody>
      </p:sp>
      <p:sp>
        <p:nvSpPr>
          <p:cNvPr id="8" name="文字｜A⁺ + M → A + M⁺"/>
          <p:cNvSpPr txBox="1"/>
          <p:nvPr/>
        </p:nvSpPr>
        <p:spPr>
          <a:xfrm>
            <a:off x="7762875" y="1390650"/>
            <a:ext cx="6343650" cy="581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775" b="0">
                <a:solidFill>
                  <a:srgbClr val="111111"/>
                </a:solidFill>
                <a:latin typeface="Noto Sans CJK JP"/>
              </a:defRPr>
            </a:pPr>
            <a:r>
              <a:rPr sz="2775" b="0">
                <a:solidFill>
                  <a:srgbClr val="111111"/>
                </a:solidFill>
                <a:latin typeface="Noto Sans CJK JP"/>
                <a:ea typeface="Noto Sans CJK JP"/>
              </a:rPr>
              <a:t>A⁺ + M → A + M⁺</a:t>
            </a:r>
          </a:p>
        </p:txBody>
      </p:sp>
      <p:grpSp>
        <p:nvGrpSpPr>
          <p:cNvPr id="9" name="電子 e⁻"/>
          <p:cNvGrpSpPr/>
          <p:nvPr/>
        </p:nvGrpSpPr>
        <p:grpSpPr>
          <a:xfrm>
            <a:off x="904875" y="2409825"/>
            <a:ext cx="457200" cy="685800"/>
            <a:chOff x="904875" y="2409825"/>
            <a:chExt cx="457200" cy="685800"/>
          </a:xfrm>
        </p:grpSpPr>
        <p:sp>
          <p:nvSpPr>
            <p:cNvPr id="10" name="電子の点"/>
            <p:cNvSpPr/>
            <p:nvPr/>
          </p:nvSpPr>
          <p:spPr>
            <a:xfrm>
              <a:off x="981075" y="2409825"/>
              <a:ext cx="190500" cy="190500"/>
            </a:xfrm>
            <a:prstGeom prst="ellipse">
              <a:avLst/>
            </a:prstGeom>
            <a:solidFill>
              <a:srgbClr val="0969BD"/>
            </a:solidFill>
            <a:ln w="10477">
              <a:solidFill>
                <a:srgbClr val="08345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文字｜e⁻"/>
            <p:cNvSpPr txBox="1"/>
            <p:nvPr/>
          </p:nvSpPr>
          <p:spPr>
            <a:xfrm>
              <a:off x="904875" y="2733675"/>
              <a:ext cx="457200" cy="36195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2075" b="0">
                  <a:solidFill>
                    <a:srgbClr val="111111"/>
                  </a:solidFill>
                  <a:latin typeface="Noto Sans CJK JP"/>
                </a:defRPr>
              </a:pPr>
              <a:r>
                <a:rPr sz="2075" b="0">
                  <a:solidFill>
                    <a:srgbClr val="111111"/>
                  </a:solidFill>
                  <a:latin typeface="Noto Sans CJK JP"/>
                  <a:ea typeface="Noto Sans CJK JP"/>
                </a:rPr>
                <a:t>e⁻</a:t>
              </a:r>
            </a:p>
          </p:txBody>
        </p:sp>
      </p:grpSp>
      <p:sp>
        <p:nvSpPr>
          <p:cNvPr id="12" name="文字｜+"/>
          <p:cNvSpPr txBox="1"/>
          <p:nvPr/>
        </p:nvSpPr>
        <p:spPr>
          <a:xfrm>
            <a:off x="1457325" y="2286000"/>
            <a:ext cx="342900" cy="476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11111"/>
                </a:solidFill>
                <a:latin typeface="Noto Sans CJK JP"/>
              </a:defRPr>
            </a:pPr>
            <a:r>
              <a:rPr sz="2400" b="0">
                <a:solidFill>
                  <a:srgbClr val="111111"/>
                </a:solidFill>
                <a:latin typeface="Noto Sans CJK JP"/>
                <a:ea typeface="Noto Sans CJK JP"/>
              </a:rPr>
              <a:t>+</a:t>
            </a:r>
          </a:p>
        </p:txBody>
      </p:sp>
      <p:grpSp>
        <p:nvGrpSpPr>
          <p:cNvPr id="13" name="分子・化学種｜M"/>
          <p:cNvGrpSpPr/>
          <p:nvPr/>
        </p:nvGrpSpPr>
        <p:grpSpPr>
          <a:xfrm>
            <a:off x="982027" y="2180082"/>
            <a:ext cx="2703195" cy="1215294"/>
            <a:chOff x="982027" y="2180082"/>
            <a:chExt cx="2703195" cy="1215294"/>
          </a:xfrm>
        </p:grpSpPr>
        <p:sp>
          <p:nvSpPr>
            <p:cNvPr id="14" name="原子｜M"/>
            <p:cNvSpPr/>
            <p:nvPr/>
          </p:nvSpPr>
          <p:spPr>
            <a:xfrm>
              <a:off x="1989582" y="2180082"/>
              <a:ext cx="688086" cy="688086"/>
            </a:xfrm>
            <a:prstGeom prst="ellipse">
              <a:avLst/>
            </a:prstGeom>
            <a:solidFill>
              <a:srgbClr val="606260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文字｜M"/>
            <p:cNvSpPr txBox="1"/>
            <p:nvPr/>
          </p:nvSpPr>
          <p:spPr>
            <a:xfrm>
              <a:off x="1989582" y="2180082"/>
              <a:ext cx="688086" cy="68808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2400" b="0">
                  <a:solidFill>
                    <a:srgbClr val="FFFFFF"/>
                  </a:solidFill>
                  <a:latin typeface="Noto Sans CJK JP"/>
                </a:defRPr>
              </a:pPr>
              <a:r>
                <a:rPr sz="2400" b="0">
                  <a:solidFill>
                    <a:srgbClr val="FFFFFF"/>
                  </a:solidFill>
                  <a:latin typeface="Noto Sans CJK JP"/>
                  <a:ea typeface="Noto Sans CJK JP"/>
                </a:rPr>
                <a:t>M</a:t>
              </a:r>
            </a:p>
          </p:txBody>
        </p:sp>
        <p:sp>
          <p:nvSpPr>
            <p:cNvPr id="16" name="文字｜M"/>
            <p:cNvSpPr txBox="1"/>
            <p:nvPr/>
          </p:nvSpPr>
          <p:spPr>
            <a:xfrm>
              <a:off x="982027" y="3052476"/>
              <a:ext cx="2703195" cy="3429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2100" b="0">
                  <a:solidFill>
                    <a:srgbClr val="111111"/>
                  </a:solidFill>
                  <a:latin typeface="Noto Sans CJK JP"/>
                </a:defRPr>
              </a:pPr>
              <a:r>
                <a:rPr sz="2100" b="0">
                  <a:solidFill>
                    <a:srgbClr val="111111"/>
                  </a:solidFill>
                  <a:latin typeface="Noto Sans CJK JP"/>
                  <a:ea typeface="Noto Sans CJK JP"/>
                </a:rPr>
                <a:t>M</a:t>
              </a:r>
            </a:p>
          </p:txBody>
        </p:sp>
      </p:grpSp>
      <p:cxnSp>
        <p:nvCxnSpPr>
          <p:cNvPr id="17" name="結合線・接続線"/>
          <p:cNvCxnSpPr/>
          <p:nvPr/>
        </p:nvCxnSpPr>
        <p:spPr>
          <a:xfrm>
            <a:off x="2943225" y="2543175"/>
            <a:ext cx="704850" cy="0"/>
          </a:xfrm>
          <a:prstGeom prst="line">
            <a:avLst/>
          </a:prstGeom>
          <a:ln w="20955">
            <a:solidFill>
              <a:srgbClr val="11111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電子 e⁻"/>
          <p:cNvGrpSpPr/>
          <p:nvPr/>
        </p:nvGrpSpPr>
        <p:grpSpPr>
          <a:xfrm>
            <a:off x="4010025" y="2409825"/>
            <a:ext cx="457200" cy="685800"/>
            <a:chOff x="4010025" y="2409825"/>
            <a:chExt cx="457200" cy="685800"/>
          </a:xfrm>
        </p:grpSpPr>
        <p:sp>
          <p:nvSpPr>
            <p:cNvPr id="19" name="電子の点"/>
            <p:cNvSpPr/>
            <p:nvPr/>
          </p:nvSpPr>
          <p:spPr>
            <a:xfrm>
              <a:off x="4086225" y="2409825"/>
              <a:ext cx="190500" cy="190500"/>
            </a:xfrm>
            <a:prstGeom prst="ellipse">
              <a:avLst/>
            </a:prstGeom>
            <a:solidFill>
              <a:srgbClr val="0969BD"/>
            </a:solidFill>
            <a:ln w="10477">
              <a:solidFill>
                <a:srgbClr val="08345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文字｜e⁻"/>
            <p:cNvSpPr txBox="1"/>
            <p:nvPr/>
          </p:nvSpPr>
          <p:spPr>
            <a:xfrm>
              <a:off x="4010025" y="2733675"/>
              <a:ext cx="457200" cy="36195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2075" b="0">
                  <a:solidFill>
                    <a:srgbClr val="111111"/>
                  </a:solidFill>
                  <a:latin typeface="Noto Sans CJK JP"/>
                </a:defRPr>
              </a:pPr>
              <a:r>
                <a:rPr sz="2075" b="0">
                  <a:solidFill>
                    <a:srgbClr val="111111"/>
                  </a:solidFill>
                  <a:latin typeface="Noto Sans CJK JP"/>
                  <a:ea typeface="Noto Sans CJK JP"/>
                </a:rPr>
                <a:t>e⁻</a:t>
              </a:r>
            </a:p>
          </p:txBody>
        </p:sp>
      </p:grpSp>
      <p:grpSp>
        <p:nvGrpSpPr>
          <p:cNvPr id="21" name="電子 e⁻"/>
          <p:cNvGrpSpPr/>
          <p:nvPr/>
        </p:nvGrpSpPr>
        <p:grpSpPr>
          <a:xfrm>
            <a:off x="4543425" y="2409825"/>
            <a:ext cx="457200" cy="685800"/>
            <a:chOff x="4543425" y="2409825"/>
            <a:chExt cx="457200" cy="685800"/>
          </a:xfrm>
        </p:grpSpPr>
        <p:sp>
          <p:nvSpPr>
            <p:cNvPr id="22" name="電子の点"/>
            <p:cNvSpPr/>
            <p:nvPr/>
          </p:nvSpPr>
          <p:spPr>
            <a:xfrm>
              <a:off x="4619625" y="2409825"/>
              <a:ext cx="190500" cy="190500"/>
            </a:xfrm>
            <a:prstGeom prst="ellipse">
              <a:avLst/>
            </a:prstGeom>
            <a:solidFill>
              <a:srgbClr val="0969BD"/>
            </a:solidFill>
            <a:ln w="10477">
              <a:solidFill>
                <a:srgbClr val="08345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文字｜e⁻"/>
            <p:cNvSpPr txBox="1"/>
            <p:nvPr/>
          </p:nvSpPr>
          <p:spPr>
            <a:xfrm>
              <a:off x="4543425" y="2733675"/>
              <a:ext cx="457200" cy="36195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2075" b="0">
                  <a:solidFill>
                    <a:srgbClr val="111111"/>
                  </a:solidFill>
                  <a:latin typeface="Noto Sans CJK JP"/>
                </a:defRPr>
              </a:pPr>
              <a:r>
                <a:rPr sz="2075" b="0">
                  <a:solidFill>
                    <a:srgbClr val="111111"/>
                  </a:solidFill>
                  <a:latin typeface="Noto Sans CJK JP"/>
                  <a:ea typeface="Noto Sans CJK JP"/>
                </a:rPr>
                <a:t>e⁻</a:t>
              </a:r>
            </a:p>
          </p:txBody>
        </p:sp>
      </p:grpSp>
      <p:sp>
        <p:nvSpPr>
          <p:cNvPr id="24" name="文字｜+"/>
          <p:cNvSpPr txBox="1"/>
          <p:nvPr/>
        </p:nvSpPr>
        <p:spPr>
          <a:xfrm>
            <a:off x="5067300" y="2286000"/>
            <a:ext cx="342900" cy="476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11111"/>
                </a:solidFill>
                <a:latin typeface="Noto Sans CJK JP"/>
              </a:defRPr>
            </a:pPr>
            <a:r>
              <a:rPr sz="2400" b="0">
                <a:solidFill>
                  <a:srgbClr val="111111"/>
                </a:solidFill>
                <a:latin typeface="Noto Sans CJK JP"/>
                <a:ea typeface="Noto Sans CJK JP"/>
              </a:rPr>
              <a:t>+</a:t>
            </a:r>
          </a:p>
        </p:txBody>
      </p:sp>
      <p:grpSp>
        <p:nvGrpSpPr>
          <p:cNvPr id="25" name="分子・化学種｜M+"/>
          <p:cNvGrpSpPr/>
          <p:nvPr/>
        </p:nvGrpSpPr>
        <p:grpSpPr>
          <a:xfrm>
            <a:off x="4611052" y="2018157"/>
            <a:ext cx="2703195" cy="1377219"/>
            <a:chOff x="4611052" y="2018157"/>
            <a:chExt cx="2703195" cy="1377219"/>
          </a:xfrm>
        </p:grpSpPr>
        <p:sp>
          <p:nvSpPr>
            <p:cNvPr id="26" name="原子｜M"/>
            <p:cNvSpPr/>
            <p:nvPr/>
          </p:nvSpPr>
          <p:spPr>
            <a:xfrm>
              <a:off x="5618607" y="2180082"/>
              <a:ext cx="688086" cy="688086"/>
            </a:xfrm>
            <a:prstGeom prst="ellipse">
              <a:avLst/>
            </a:prstGeom>
            <a:solidFill>
              <a:srgbClr val="606260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文字｜M"/>
            <p:cNvSpPr txBox="1"/>
            <p:nvPr/>
          </p:nvSpPr>
          <p:spPr>
            <a:xfrm>
              <a:off x="5618607" y="2180082"/>
              <a:ext cx="688086" cy="68808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2400" b="0">
                  <a:solidFill>
                    <a:srgbClr val="FFFFFF"/>
                  </a:solidFill>
                  <a:latin typeface="Noto Sans CJK JP"/>
                </a:defRPr>
              </a:pPr>
              <a:r>
                <a:rPr sz="2400" b="0">
                  <a:solidFill>
                    <a:srgbClr val="FFFFFF"/>
                  </a:solidFill>
                  <a:latin typeface="Noto Sans CJK JP"/>
                  <a:ea typeface="Noto Sans CJK JP"/>
                </a:rPr>
                <a:t>M</a:t>
              </a:r>
            </a:p>
          </p:txBody>
        </p:sp>
        <p:sp>
          <p:nvSpPr>
            <p:cNvPr id="28" name="文字｜+"/>
            <p:cNvSpPr txBox="1"/>
            <p:nvPr/>
          </p:nvSpPr>
          <p:spPr>
            <a:xfrm>
              <a:off x="6224122" y="2018157"/>
              <a:ext cx="304800" cy="32385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2325" b="0">
                  <a:solidFill>
                    <a:srgbClr val="111111"/>
                  </a:solidFill>
                  <a:latin typeface="Noto Sans CJK JP"/>
                </a:defRPr>
              </a:pPr>
              <a:r>
                <a:rPr sz="2325" b="0">
                  <a:solidFill>
                    <a:srgbClr val="111111"/>
                  </a:solidFill>
                  <a:latin typeface="Noto Sans CJK JP"/>
                  <a:ea typeface="Noto Sans CJK JP"/>
                </a:rPr>
                <a:t>+</a:t>
              </a:r>
            </a:p>
          </p:txBody>
        </p:sp>
        <p:sp>
          <p:nvSpPr>
            <p:cNvPr id="29" name="文字｜M⁺"/>
            <p:cNvSpPr txBox="1"/>
            <p:nvPr/>
          </p:nvSpPr>
          <p:spPr>
            <a:xfrm>
              <a:off x="4611052" y="3052476"/>
              <a:ext cx="2703195" cy="3429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2100" b="0">
                  <a:solidFill>
                    <a:srgbClr val="111111"/>
                  </a:solidFill>
                  <a:latin typeface="Noto Sans CJK JP"/>
                </a:defRPr>
              </a:pPr>
              <a:r>
                <a:rPr sz="2100" b="0">
                  <a:solidFill>
                    <a:srgbClr val="111111"/>
                  </a:solidFill>
                  <a:latin typeface="Noto Sans CJK JP"/>
                  <a:ea typeface="Noto Sans CJK JP"/>
                </a:rPr>
                <a:t>M⁺</a:t>
              </a:r>
            </a:p>
          </p:txBody>
        </p:sp>
      </p:grpSp>
      <p:grpSp>
        <p:nvGrpSpPr>
          <p:cNvPr id="30" name="分子・化学種｜A+"/>
          <p:cNvGrpSpPr/>
          <p:nvPr/>
        </p:nvGrpSpPr>
        <p:grpSpPr>
          <a:xfrm>
            <a:off x="6941819" y="2010156"/>
            <a:ext cx="2766060" cy="1397508"/>
            <a:chOff x="6941819" y="2010156"/>
            <a:chExt cx="2766060" cy="1397508"/>
          </a:xfrm>
        </p:grpSpPr>
        <p:sp>
          <p:nvSpPr>
            <p:cNvPr id="31" name="原子｜A"/>
            <p:cNvSpPr/>
            <p:nvPr/>
          </p:nvSpPr>
          <p:spPr>
            <a:xfrm>
              <a:off x="7972806" y="2172081"/>
              <a:ext cx="704088" cy="704088"/>
            </a:xfrm>
            <a:prstGeom prst="ellipse">
              <a:avLst/>
            </a:prstGeom>
            <a:solidFill>
              <a:srgbClr val="BBA6DB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文字｜A"/>
            <p:cNvSpPr txBox="1"/>
            <p:nvPr/>
          </p:nvSpPr>
          <p:spPr>
            <a:xfrm>
              <a:off x="7972806" y="2172081"/>
              <a:ext cx="704088" cy="7040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2400" b="0">
                  <a:solidFill>
                    <a:srgbClr val="111111"/>
                  </a:solidFill>
                  <a:latin typeface="Noto Sans CJK JP"/>
                </a:defRPr>
              </a:pPr>
              <a:r>
                <a:rPr sz="2400" b="0">
                  <a:solidFill>
                    <a:srgbClr val="111111"/>
                  </a:solidFill>
                  <a:latin typeface="Noto Sans CJK JP"/>
                  <a:ea typeface="Noto Sans CJK JP"/>
                </a:rPr>
                <a:t>A</a:t>
              </a:r>
            </a:p>
          </p:txBody>
        </p:sp>
        <p:sp>
          <p:nvSpPr>
            <p:cNvPr id="33" name="文字｜+"/>
            <p:cNvSpPr txBox="1"/>
            <p:nvPr/>
          </p:nvSpPr>
          <p:spPr>
            <a:xfrm>
              <a:off x="8592403" y="2010156"/>
              <a:ext cx="304800" cy="32385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2325" b="0">
                  <a:solidFill>
                    <a:srgbClr val="111111"/>
                  </a:solidFill>
                  <a:latin typeface="Noto Sans CJK JP"/>
                </a:defRPr>
              </a:pPr>
              <a:r>
                <a:rPr sz="2325" b="0">
                  <a:solidFill>
                    <a:srgbClr val="111111"/>
                  </a:solidFill>
                  <a:latin typeface="Noto Sans CJK JP"/>
                  <a:ea typeface="Noto Sans CJK JP"/>
                </a:rPr>
                <a:t>+</a:t>
              </a:r>
            </a:p>
          </p:txBody>
        </p:sp>
        <p:sp>
          <p:nvSpPr>
            <p:cNvPr id="34" name="文字｜A⁺"/>
            <p:cNvSpPr txBox="1"/>
            <p:nvPr/>
          </p:nvSpPr>
          <p:spPr>
            <a:xfrm>
              <a:off x="6941819" y="3064764"/>
              <a:ext cx="2766060" cy="3429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2100" b="0">
                  <a:solidFill>
                    <a:srgbClr val="111111"/>
                  </a:solidFill>
                  <a:latin typeface="Noto Sans CJK JP"/>
                </a:defRPr>
              </a:pPr>
              <a:r>
                <a:rPr sz="2100" b="0">
                  <a:solidFill>
                    <a:srgbClr val="111111"/>
                  </a:solidFill>
                  <a:latin typeface="Noto Sans CJK JP"/>
                  <a:ea typeface="Noto Sans CJK JP"/>
                </a:rPr>
                <a:t>A⁺</a:t>
              </a:r>
            </a:p>
          </p:txBody>
        </p:sp>
      </p:grpSp>
      <p:sp>
        <p:nvSpPr>
          <p:cNvPr id="35" name="文字｜+"/>
          <p:cNvSpPr txBox="1"/>
          <p:nvPr/>
        </p:nvSpPr>
        <p:spPr>
          <a:xfrm>
            <a:off x="9001125" y="2305050"/>
            <a:ext cx="342900" cy="476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11111"/>
                </a:solidFill>
                <a:latin typeface="Noto Sans CJK JP"/>
              </a:defRPr>
            </a:pPr>
            <a:r>
              <a:rPr sz="2400" b="0">
                <a:solidFill>
                  <a:srgbClr val="111111"/>
                </a:solidFill>
                <a:latin typeface="Noto Sans CJK JP"/>
                <a:ea typeface="Noto Sans CJK JP"/>
              </a:rPr>
              <a:t>+</a:t>
            </a:r>
          </a:p>
        </p:txBody>
      </p:sp>
      <p:grpSp>
        <p:nvGrpSpPr>
          <p:cNvPr id="36" name="分子・化学種｜M"/>
          <p:cNvGrpSpPr/>
          <p:nvPr/>
        </p:nvGrpSpPr>
        <p:grpSpPr>
          <a:xfrm>
            <a:off x="8586787" y="2209800"/>
            <a:ext cx="2619375" cy="1188243"/>
            <a:chOff x="8586787" y="2209800"/>
            <a:chExt cx="2619375" cy="1188243"/>
          </a:xfrm>
        </p:grpSpPr>
        <p:sp>
          <p:nvSpPr>
            <p:cNvPr id="37" name="原子｜M"/>
            <p:cNvSpPr/>
            <p:nvPr/>
          </p:nvSpPr>
          <p:spPr>
            <a:xfrm>
              <a:off x="9563100" y="2209800"/>
              <a:ext cx="666750" cy="666750"/>
            </a:xfrm>
            <a:prstGeom prst="ellipse">
              <a:avLst/>
            </a:prstGeom>
            <a:solidFill>
              <a:srgbClr val="606260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文字｜M"/>
            <p:cNvSpPr txBox="1"/>
            <p:nvPr/>
          </p:nvSpPr>
          <p:spPr>
            <a:xfrm>
              <a:off x="9563100" y="2209800"/>
              <a:ext cx="666750" cy="66675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2400" b="0">
                  <a:solidFill>
                    <a:srgbClr val="FFFFFF"/>
                  </a:solidFill>
                  <a:latin typeface="Noto Sans CJK JP"/>
                </a:defRPr>
              </a:pPr>
              <a:r>
                <a:rPr sz="2400" b="0">
                  <a:solidFill>
                    <a:srgbClr val="FFFFFF"/>
                  </a:solidFill>
                  <a:latin typeface="Noto Sans CJK JP"/>
                  <a:ea typeface="Noto Sans CJK JP"/>
                </a:rPr>
                <a:t>M</a:t>
              </a:r>
            </a:p>
          </p:txBody>
        </p:sp>
        <p:sp>
          <p:nvSpPr>
            <p:cNvPr id="39" name="文字｜M"/>
            <p:cNvSpPr txBox="1"/>
            <p:nvPr/>
          </p:nvSpPr>
          <p:spPr>
            <a:xfrm>
              <a:off x="8586787" y="3055143"/>
              <a:ext cx="2619375" cy="3429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2100" b="0">
                  <a:solidFill>
                    <a:srgbClr val="111111"/>
                  </a:solidFill>
                  <a:latin typeface="Noto Sans CJK JP"/>
                </a:defRPr>
              </a:pPr>
              <a:r>
                <a:rPr sz="2100" b="0">
                  <a:solidFill>
                    <a:srgbClr val="111111"/>
                  </a:solidFill>
                  <a:latin typeface="Noto Sans CJK JP"/>
                  <a:ea typeface="Noto Sans CJK JP"/>
                </a:rPr>
                <a:t>M</a:t>
              </a:r>
            </a:p>
          </p:txBody>
        </p:sp>
      </p:grpSp>
      <p:cxnSp>
        <p:nvCxnSpPr>
          <p:cNvPr id="40" name="結合線・接続線"/>
          <p:cNvCxnSpPr/>
          <p:nvPr/>
        </p:nvCxnSpPr>
        <p:spPr>
          <a:xfrm>
            <a:off x="10572750" y="2543175"/>
            <a:ext cx="723900" cy="0"/>
          </a:xfrm>
          <a:prstGeom prst="line">
            <a:avLst/>
          </a:prstGeom>
          <a:ln w="20955">
            <a:solidFill>
              <a:srgbClr val="11111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分子・化学種｜A"/>
          <p:cNvGrpSpPr/>
          <p:nvPr/>
        </p:nvGrpSpPr>
        <p:grpSpPr>
          <a:xfrm>
            <a:off x="10702290" y="2166747"/>
            <a:ext cx="2807970" cy="1249108"/>
            <a:chOff x="10702290" y="2166747"/>
            <a:chExt cx="2807970" cy="1249108"/>
          </a:xfrm>
        </p:grpSpPr>
        <p:sp>
          <p:nvSpPr>
            <p:cNvPr id="42" name="原子｜A"/>
            <p:cNvSpPr/>
            <p:nvPr/>
          </p:nvSpPr>
          <p:spPr>
            <a:xfrm>
              <a:off x="11748897" y="2166747"/>
              <a:ext cx="714756" cy="714756"/>
            </a:xfrm>
            <a:prstGeom prst="ellipse">
              <a:avLst/>
            </a:prstGeom>
            <a:solidFill>
              <a:srgbClr val="BBA6DB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文字｜A"/>
            <p:cNvSpPr txBox="1"/>
            <p:nvPr/>
          </p:nvSpPr>
          <p:spPr>
            <a:xfrm>
              <a:off x="11748897" y="2166747"/>
              <a:ext cx="714756" cy="71475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2400" b="0">
                  <a:solidFill>
                    <a:srgbClr val="111111"/>
                  </a:solidFill>
                  <a:latin typeface="Noto Sans CJK JP"/>
                </a:defRPr>
              </a:pPr>
              <a:r>
                <a:rPr sz="2400" b="0">
                  <a:solidFill>
                    <a:srgbClr val="111111"/>
                  </a:solidFill>
                  <a:latin typeface="Noto Sans CJK JP"/>
                  <a:ea typeface="Noto Sans CJK JP"/>
                </a:rPr>
                <a:t>A</a:t>
              </a:r>
            </a:p>
          </p:txBody>
        </p:sp>
        <p:sp>
          <p:nvSpPr>
            <p:cNvPr id="44" name="文字｜A"/>
            <p:cNvSpPr txBox="1"/>
            <p:nvPr/>
          </p:nvSpPr>
          <p:spPr>
            <a:xfrm>
              <a:off x="10702290" y="3072955"/>
              <a:ext cx="2807970" cy="3429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2100" b="0">
                  <a:solidFill>
                    <a:srgbClr val="111111"/>
                  </a:solidFill>
                  <a:latin typeface="Noto Sans CJK JP"/>
                </a:defRPr>
              </a:pPr>
              <a:r>
                <a:rPr sz="2100" b="0">
                  <a:solidFill>
                    <a:srgbClr val="111111"/>
                  </a:solidFill>
                  <a:latin typeface="Noto Sans CJK JP"/>
                  <a:ea typeface="Noto Sans CJK JP"/>
                </a:rPr>
                <a:t>A</a:t>
              </a:r>
            </a:p>
          </p:txBody>
        </p:sp>
      </p:grpSp>
      <p:sp>
        <p:nvSpPr>
          <p:cNvPr id="45" name="文字｜+"/>
          <p:cNvSpPr txBox="1"/>
          <p:nvPr/>
        </p:nvSpPr>
        <p:spPr>
          <a:xfrm>
            <a:off x="12677775" y="2305050"/>
            <a:ext cx="342900" cy="476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11111"/>
                </a:solidFill>
                <a:latin typeface="Noto Sans CJK JP"/>
              </a:defRPr>
            </a:pPr>
            <a:r>
              <a:rPr sz="2400" b="0">
                <a:solidFill>
                  <a:srgbClr val="111111"/>
                </a:solidFill>
                <a:latin typeface="Noto Sans CJK JP"/>
                <a:ea typeface="Noto Sans CJK JP"/>
              </a:rPr>
              <a:t>+</a:t>
            </a:r>
          </a:p>
        </p:txBody>
      </p:sp>
      <p:grpSp>
        <p:nvGrpSpPr>
          <p:cNvPr id="46" name="分子・化学種｜M+"/>
          <p:cNvGrpSpPr/>
          <p:nvPr/>
        </p:nvGrpSpPr>
        <p:grpSpPr>
          <a:xfrm>
            <a:off x="12515850" y="2047875"/>
            <a:ext cx="2076450" cy="1350168"/>
            <a:chOff x="12515850" y="2047875"/>
            <a:chExt cx="2076450" cy="1350168"/>
          </a:xfrm>
        </p:grpSpPr>
        <p:sp>
          <p:nvSpPr>
            <p:cNvPr id="47" name="原子｜M"/>
            <p:cNvSpPr/>
            <p:nvPr/>
          </p:nvSpPr>
          <p:spPr>
            <a:xfrm>
              <a:off x="13220700" y="2209800"/>
              <a:ext cx="666750" cy="666750"/>
            </a:xfrm>
            <a:prstGeom prst="ellipse">
              <a:avLst/>
            </a:prstGeom>
            <a:solidFill>
              <a:srgbClr val="606260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文字｜M"/>
            <p:cNvSpPr txBox="1"/>
            <p:nvPr/>
          </p:nvSpPr>
          <p:spPr>
            <a:xfrm>
              <a:off x="13220700" y="2209800"/>
              <a:ext cx="666750" cy="66675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2400" b="0">
                  <a:solidFill>
                    <a:srgbClr val="FFFFFF"/>
                  </a:solidFill>
                  <a:latin typeface="Noto Sans CJK JP"/>
                </a:defRPr>
              </a:pPr>
              <a:r>
                <a:rPr sz="2400" b="0">
                  <a:solidFill>
                    <a:srgbClr val="FFFFFF"/>
                  </a:solidFill>
                  <a:latin typeface="Noto Sans CJK JP"/>
                  <a:ea typeface="Noto Sans CJK JP"/>
                </a:rPr>
                <a:t>M</a:t>
              </a:r>
            </a:p>
          </p:txBody>
        </p:sp>
        <p:sp>
          <p:nvSpPr>
            <p:cNvPr id="49" name="文字｜+"/>
            <p:cNvSpPr txBox="1"/>
            <p:nvPr/>
          </p:nvSpPr>
          <p:spPr>
            <a:xfrm>
              <a:off x="13807440" y="2047875"/>
              <a:ext cx="304800" cy="32385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2325" b="0">
                  <a:solidFill>
                    <a:srgbClr val="111111"/>
                  </a:solidFill>
                  <a:latin typeface="Noto Sans CJK JP"/>
                </a:defRPr>
              </a:pPr>
              <a:r>
                <a:rPr sz="2325" b="0">
                  <a:solidFill>
                    <a:srgbClr val="111111"/>
                  </a:solidFill>
                  <a:latin typeface="Noto Sans CJK JP"/>
                  <a:ea typeface="Noto Sans CJK JP"/>
                </a:rPr>
                <a:t>+</a:t>
              </a:r>
            </a:p>
          </p:txBody>
        </p:sp>
        <p:sp>
          <p:nvSpPr>
            <p:cNvPr id="50" name="文字｜M⁺"/>
            <p:cNvSpPr txBox="1"/>
            <p:nvPr/>
          </p:nvSpPr>
          <p:spPr>
            <a:xfrm>
              <a:off x="12515850" y="3055143"/>
              <a:ext cx="2076450" cy="3429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2100" b="0">
                  <a:solidFill>
                    <a:srgbClr val="111111"/>
                  </a:solidFill>
                  <a:latin typeface="Noto Sans CJK JP"/>
                </a:defRPr>
              </a:pPr>
              <a:r>
                <a:rPr sz="2100" b="0">
                  <a:solidFill>
                    <a:srgbClr val="111111"/>
                  </a:solidFill>
                  <a:latin typeface="Noto Sans CJK JP"/>
                  <a:ea typeface="Noto Sans CJK JP"/>
                </a:rPr>
                <a:t>M⁺</a:t>
              </a:r>
            </a:p>
          </p:txBody>
        </p:sp>
      </p:grpSp>
      <p:sp>
        <p:nvSpPr>
          <p:cNvPr id="51" name="曲線矢印"/>
          <p:cNvSpPr/>
          <p:nvPr/>
        </p:nvSpPr>
        <p:spPr>
          <a:xfrm>
            <a:off x="3638550" y="3571875"/>
            <a:ext cx="3676649" cy="685800"/>
          </a:xfrm>
          <a:custGeom>
            <a:avLst/>
            <a:gdLst/>
            <a:ahLst/>
            <a:cxnLst/>
            <a:rect l="0" t="0" r="w" b="h"/>
            <a:pathLst>
              <a:path w="100000" h="100000" fill="none" stroke="1">
                <a:moveTo>
                  <a:pt x="1554" y="0"/>
                </a:moveTo>
                <a:cubicBezTo>
                  <a:pt x="1554" y="31944"/>
                  <a:pt x="0" y="72222"/>
                  <a:pt x="8031" y="72222"/>
                </a:cubicBezTo>
                <a:cubicBezTo>
                  <a:pt x="33938" y="72222"/>
                  <a:pt x="69430" y="72222"/>
                  <a:pt x="93264" y="72222"/>
                </a:cubicBezTo>
                <a:cubicBezTo>
                  <a:pt x="97409" y="72222"/>
                  <a:pt x="99223" y="87500"/>
                  <a:pt x="100000" y="100000"/>
                </a:cubicBezTo>
              </a:path>
            </a:pathLst>
          </a:custGeom>
          <a:noFill/>
          <a:ln w="2095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曲線矢印"/>
          <p:cNvSpPr/>
          <p:nvPr/>
        </p:nvSpPr>
        <p:spPr>
          <a:xfrm>
            <a:off x="7315200" y="3571875"/>
            <a:ext cx="3657600" cy="685800"/>
          </a:xfrm>
          <a:custGeom>
            <a:avLst/>
            <a:gdLst/>
            <a:ahLst/>
            <a:cxnLst/>
            <a:rect l="0" t="0" r="w" b="h"/>
            <a:pathLst>
              <a:path w="100000" h="100000" fill="none" stroke="1">
                <a:moveTo>
                  <a:pt x="98698" y="0"/>
                </a:moveTo>
                <a:cubicBezTo>
                  <a:pt x="98698" y="31944"/>
                  <a:pt x="100000" y="72222"/>
                  <a:pt x="92708" y="72222"/>
                </a:cubicBezTo>
                <a:cubicBezTo>
                  <a:pt x="64323" y="72222"/>
                  <a:pt x="30729" y="72222"/>
                  <a:pt x="6510" y="72222"/>
                </a:cubicBezTo>
                <a:cubicBezTo>
                  <a:pt x="2344" y="72222"/>
                  <a:pt x="781" y="87500"/>
                  <a:pt x="0" y="100000"/>
                </a:cubicBezTo>
              </a:path>
            </a:pathLst>
          </a:custGeom>
          <a:noFill/>
          <a:ln w="2095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曲線矢印"/>
          <p:cNvSpPr/>
          <p:nvPr/>
        </p:nvSpPr>
        <p:spPr>
          <a:xfrm>
            <a:off x="1304925" y="4257675"/>
            <a:ext cx="6010275" cy="428625"/>
          </a:xfrm>
          <a:custGeom>
            <a:avLst/>
            <a:gdLst/>
            <a:ahLst/>
            <a:cxnLst/>
            <a:rect l="0" t="0" r="w" b="h"/>
            <a:pathLst>
              <a:path w="100000" h="100000" fill="none" stroke="1">
                <a:moveTo>
                  <a:pt x="100000" y="0"/>
                </a:moveTo>
                <a:cubicBezTo>
                  <a:pt x="70206" y="0"/>
                  <a:pt x="32013" y="0"/>
                  <a:pt x="2694" y="0"/>
                </a:cubicBezTo>
                <a:cubicBezTo>
                  <a:pt x="0" y="0"/>
                  <a:pt x="317" y="37778"/>
                  <a:pt x="317" y="100000"/>
                </a:cubicBezTo>
              </a:path>
            </a:pathLst>
          </a:custGeom>
          <a:noFill/>
          <a:ln w="20955">
            <a:solidFill>
              <a:srgbClr val="111111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枠｜"/>
          <p:cNvSpPr/>
          <p:nvPr/>
        </p:nvSpPr>
        <p:spPr>
          <a:xfrm>
            <a:off x="209550" y="4724400"/>
            <a:ext cx="2066924" cy="2771775"/>
          </a:xfrm>
          <a:prstGeom prst="roundRect">
            <a:avLst>
              <a:gd name="adj" fmla="val 7000"/>
            </a:avLst>
          </a:prstGeom>
          <a:noFill/>
          <a:ln w="15240">
            <a:solidFill>
              <a:srgbClr val="289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枠｜"/>
          <p:cNvSpPr/>
          <p:nvPr/>
        </p:nvSpPr>
        <p:spPr>
          <a:xfrm>
            <a:off x="2476500" y="4724400"/>
            <a:ext cx="2124075" cy="2771775"/>
          </a:xfrm>
          <a:prstGeom prst="roundRect">
            <a:avLst>
              <a:gd name="adj" fmla="val 7000"/>
            </a:avLst>
          </a:prstGeom>
          <a:noFill/>
          <a:ln w="15240">
            <a:solidFill>
              <a:srgbClr val="38A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枠｜"/>
          <p:cNvSpPr/>
          <p:nvPr/>
        </p:nvSpPr>
        <p:spPr>
          <a:xfrm>
            <a:off x="4810125" y="4724400"/>
            <a:ext cx="2324100" cy="2771775"/>
          </a:xfrm>
          <a:prstGeom prst="roundRect">
            <a:avLst>
              <a:gd name="adj" fmla="val 7000"/>
            </a:avLst>
          </a:prstGeom>
          <a:noFill/>
          <a:ln w="15240">
            <a:solidFill>
              <a:srgbClr val="D99A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文字｜元素保存"/>
          <p:cNvSpPr txBox="1"/>
          <p:nvPr/>
        </p:nvSpPr>
        <p:spPr>
          <a:xfrm>
            <a:off x="333375" y="4772025"/>
            <a:ext cx="1809750" cy="4476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25" b="1">
                <a:solidFill>
                  <a:srgbClr val="111111"/>
                </a:solidFill>
                <a:latin typeface="Noto Sans CJK JP"/>
              </a:defRPr>
            </a:pPr>
            <a:r>
              <a:rPr sz="2025" b="1">
                <a:solidFill>
                  <a:srgbClr val="111111"/>
                </a:solidFill>
                <a:latin typeface="Noto Sans CJK JP"/>
                <a:ea typeface="Noto Sans CJK JP"/>
              </a:rPr>
              <a:t>元素保存</a:t>
            </a:r>
          </a:p>
        </p:txBody>
      </p:sp>
      <p:sp>
        <p:nvSpPr>
          <p:cNvPr id="58" name="文字｜電荷保存"/>
          <p:cNvSpPr txBox="1"/>
          <p:nvPr/>
        </p:nvSpPr>
        <p:spPr>
          <a:xfrm>
            <a:off x="2609850" y="4772025"/>
            <a:ext cx="1857375" cy="4476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25" b="1">
                <a:solidFill>
                  <a:srgbClr val="111111"/>
                </a:solidFill>
                <a:latin typeface="Noto Sans CJK JP"/>
              </a:defRPr>
            </a:pPr>
            <a:r>
              <a:rPr sz="2025" b="1">
                <a:solidFill>
                  <a:srgbClr val="111111"/>
                </a:solidFill>
                <a:latin typeface="Noto Sans CJK JP"/>
                <a:ea typeface="Noto Sans CJK JP"/>
              </a:rPr>
              <a:t>電荷保存</a:t>
            </a:r>
          </a:p>
        </p:txBody>
      </p:sp>
      <p:sp>
        <p:nvSpPr>
          <p:cNvPr id="59" name="文字｜重複除去"/>
          <p:cNvSpPr txBox="1"/>
          <p:nvPr/>
        </p:nvSpPr>
        <p:spPr>
          <a:xfrm>
            <a:off x="4943475" y="4772025"/>
            <a:ext cx="2057400" cy="4476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25" b="1">
                <a:solidFill>
                  <a:srgbClr val="111111"/>
                </a:solidFill>
                <a:latin typeface="Noto Sans CJK JP"/>
              </a:defRPr>
            </a:pPr>
            <a:r>
              <a:rPr sz="2025" b="1">
                <a:solidFill>
                  <a:srgbClr val="111111"/>
                </a:solidFill>
                <a:latin typeface="Noto Sans CJK JP"/>
                <a:ea typeface="Noto Sans CJK JP"/>
              </a:rPr>
              <a:t>ID重複除外</a:t>
            </a:r>
          </a:p>
        </p:txBody>
      </p:sp>
      <p:sp>
        <p:nvSpPr>
          <p:cNvPr id="60" name="文字｜Σ 原子数（入力）&#10;=&#10;Σ 原子数（出力）"/>
          <p:cNvSpPr txBox="1"/>
          <p:nvPr/>
        </p:nvSpPr>
        <p:spPr>
          <a:xfrm>
            <a:off x="333375" y="5372100"/>
            <a:ext cx="1819275" cy="11334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111111"/>
                </a:solidFill>
                <a:latin typeface="Noto Sans CJK JP"/>
              </a:defRPr>
            </a:pPr>
            <a:r>
              <a:rPr sz="1725" b="0">
                <a:solidFill>
                  <a:srgbClr val="111111"/>
                </a:solidFill>
                <a:latin typeface="Noto Sans CJK JP"/>
                <a:ea typeface="Noto Sans CJK JP"/>
              </a:rPr>
              <a:t>Σ 原子数（入力）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111111"/>
                </a:solidFill>
                <a:latin typeface="Noto Sans CJK JP"/>
              </a:defRPr>
            </a:pPr>
            <a:r>
              <a:rPr sz="1725" b="0">
                <a:solidFill>
                  <a:srgbClr val="111111"/>
                </a:solidFill>
                <a:latin typeface="Noto Sans CJK JP"/>
                <a:ea typeface="Noto Sans CJK JP"/>
              </a:rPr>
              <a:t>=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111111"/>
                </a:solidFill>
                <a:latin typeface="Noto Sans CJK JP"/>
              </a:defRPr>
            </a:pPr>
            <a:r>
              <a:rPr sz="1725" b="0">
                <a:solidFill>
                  <a:srgbClr val="111111"/>
                </a:solidFill>
                <a:latin typeface="Noto Sans CJK JP"/>
                <a:ea typeface="Noto Sans CJK JP"/>
              </a:rPr>
              <a:t>Σ 原子数（出力）</a:t>
            </a:r>
          </a:p>
        </p:txBody>
      </p:sp>
      <p:sp>
        <p:nvSpPr>
          <p:cNvPr id="61" name="文字｜元素ごとの&#10;原子数を照合"/>
          <p:cNvSpPr txBox="1"/>
          <p:nvPr/>
        </p:nvSpPr>
        <p:spPr>
          <a:xfrm>
            <a:off x="352425" y="6810375"/>
            <a:ext cx="1781175" cy="552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111111"/>
                </a:solidFill>
                <a:latin typeface="Noto Sans CJK JP"/>
              </a:defRPr>
            </a:pPr>
            <a:r>
              <a:rPr sz="1725" b="0">
                <a:solidFill>
                  <a:srgbClr val="111111"/>
                </a:solidFill>
                <a:latin typeface="Noto Sans CJK JP"/>
                <a:ea typeface="Noto Sans CJK JP"/>
              </a:rPr>
              <a:t>元素ごとの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111111"/>
                </a:solidFill>
                <a:latin typeface="Noto Sans CJK JP"/>
              </a:defRPr>
            </a:pPr>
            <a:r>
              <a:rPr sz="1725" b="0">
                <a:solidFill>
                  <a:srgbClr val="111111"/>
                </a:solidFill>
                <a:latin typeface="Noto Sans CJK JP"/>
                <a:ea typeface="Noto Sans CJK JP"/>
              </a:rPr>
              <a:t>原子数を照合</a:t>
            </a:r>
          </a:p>
        </p:txBody>
      </p:sp>
      <p:sp>
        <p:nvSpPr>
          <p:cNvPr id="62" name="文字｜Σ q_{in}&#10;= Σ q_{out}"/>
          <p:cNvSpPr txBox="1"/>
          <p:nvPr/>
        </p:nvSpPr>
        <p:spPr>
          <a:xfrm>
            <a:off x="2619375" y="5410200"/>
            <a:ext cx="1838324" cy="9810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75" b="0">
                <a:solidFill>
                  <a:srgbClr val="111111"/>
                </a:solidFill>
                <a:latin typeface="Noto Sans CJK JP"/>
              </a:defRPr>
            </a:pPr>
            <a:r>
              <a:rPr sz="2475" b="0">
                <a:solidFill>
                  <a:srgbClr val="111111"/>
                </a:solidFill>
                <a:latin typeface="Noto Sans CJK JP"/>
                <a:ea typeface="Noto Sans CJK JP"/>
              </a:rPr>
              <a:t>Σ q</a:t>
            </a:r>
            <a:r>
              <a:rPr sz="1782" b="0" baseline="-22000">
                <a:solidFill>
                  <a:srgbClr val="111111"/>
                </a:solidFill>
                <a:latin typeface="Noto Sans CJK JP"/>
                <a:ea typeface="Noto Sans CJK JP"/>
              </a:rPr>
              <a:t>in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2475" b="0">
                <a:solidFill>
                  <a:srgbClr val="111111"/>
                </a:solidFill>
                <a:latin typeface="Noto Sans CJK JP"/>
              </a:defRPr>
            </a:pPr>
            <a:r>
              <a:rPr sz="2475" b="0">
                <a:solidFill>
                  <a:srgbClr val="111111"/>
                </a:solidFill>
                <a:latin typeface="Noto Sans CJK JP"/>
                <a:ea typeface="Noto Sans CJK JP"/>
              </a:rPr>
              <a:t>= Σ q</a:t>
            </a:r>
            <a:r>
              <a:rPr sz="1782" b="0" baseline="-22000">
                <a:solidFill>
                  <a:srgbClr val="111111"/>
                </a:solidFill>
                <a:latin typeface="Noto Sans CJK JP"/>
                <a:ea typeface="Noto Sans CJK JP"/>
              </a:rPr>
              <a:t>out</a:t>
            </a:r>
          </a:p>
        </p:txBody>
      </p:sp>
      <p:sp>
        <p:nvSpPr>
          <p:cNvPr id="63" name="文字｜全電荷を保存"/>
          <p:cNvSpPr txBox="1"/>
          <p:nvPr/>
        </p:nvSpPr>
        <p:spPr>
          <a:xfrm>
            <a:off x="2600325" y="6858000"/>
            <a:ext cx="1876425" cy="4667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11111"/>
                </a:solidFill>
                <a:latin typeface="Noto Sans CJK JP"/>
              </a:defRPr>
            </a:pPr>
            <a:r>
              <a:rPr sz="1800" b="0">
                <a:solidFill>
                  <a:srgbClr val="111111"/>
                </a:solidFill>
                <a:latin typeface="Noto Sans CJK JP"/>
                <a:ea typeface="Noto Sans CJK JP"/>
              </a:rPr>
              <a:t>全電荷を保存</a:t>
            </a:r>
          </a:p>
        </p:txBody>
      </p:sp>
      <p:sp>
        <p:nvSpPr>
          <p:cNvPr id="64" name="文字｜A⁺ + M → A + M⁺"/>
          <p:cNvSpPr txBox="1"/>
          <p:nvPr/>
        </p:nvSpPr>
        <p:spPr>
          <a:xfrm>
            <a:off x="4895850" y="5391150"/>
            <a:ext cx="2143125" cy="4476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75" b="0">
                <a:solidFill>
                  <a:srgbClr val="111111"/>
                </a:solidFill>
                <a:latin typeface="Noto Sans CJK JP"/>
              </a:defRPr>
            </a:pPr>
            <a:r>
              <a:rPr sz="1875" b="0">
                <a:solidFill>
                  <a:srgbClr val="111111"/>
                </a:solidFill>
                <a:latin typeface="Noto Sans CJK JP"/>
                <a:ea typeface="Noto Sans CJK JP"/>
              </a:rPr>
              <a:t>A⁺ + M → A + M⁺</a:t>
            </a:r>
          </a:p>
        </p:txBody>
      </p:sp>
      <p:sp>
        <p:nvSpPr>
          <p:cNvPr id="65" name="文字｜A⁺ + M → A + M⁺"/>
          <p:cNvSpPr txBox="1"/>
          <p:nvPr/>
        </p:nvSpPr>
        <p:spPr>
          <a:xfrm>
            <a:off x="4895850" y="5915025"/>
            <a:ext cx="2143125" cy="4476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75" b="0">
                <a:solidFill>
                  <a:srgbClr val="969696"/>
                </a:solidFill>
                <a:latin typeface="Noto Sans CJK JP"/>
              </a:defRPr>
            </a:pPr>
            <a:r>
              <a:rPr sz="1875" b="0">
                <a:solidFill>
                  <a:srgbClr val="969696"/>
                </a:solidFill>
                <a:latin typeface="Noto Sans CJK JP"/>
                <a:ea typeface="Noto Sans CJK JP"/>
              </a:rPr>
              <a:t>A⁺ + M → A + M⁺</a:t>
            </a:r>
          </a:p>
        </p:txBody>
      </p:sp>
      <p:sp>
        <p:nvSpPr>
          <p:cNvPr id="66" name="文字｜⋮"/>
          <p:cNvSpPr txBox="1"/>
          <p:nvPr/>
        </p:nvSpPr>
        <p:spPr>
          <a:xfrm>
            <a:off x="5686425" y="6381750"/>
            <a:ext cx="59055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111111"/>
                </a:solidFill>
                <a:latin typeface="Noto Sans CJK JP"/>
              </a:defRPr>
            </a:pPr>
            <a:r>
              <a:rPr sz="2700" b="0">
                <a:solidFill>
                  <a:srgbClr val="111111"/>
                </a:solidFill>
                <a:latin typeface="Noto Sans CJK JP"/>
                <a:ea typeface="Noto Sans CJK JP"/>
              </a:rPr>
              <a:t>⋮</a:t>
            </a:r>
          </a:p>
        </p:txBody>
      </p:sp>
      <p:sp>
        <p:nvSpPr>
          <p:cNvPr id="67" name="文字｜同一反応を除く"/>
          <p:cNvSpPr txBox="1"/>
          <p:nvPr/>
        </p:nvSpPr>
        <p:spPr>
          <a:xfrm>
            <a:off x="4943475" y="6915150"/>
            <a:ext cx="2057400" cy="3905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11111"/>
                </a:solidFill>
                <a:latin typeface="Noto Sans CJK JP"/>
              </a:defRPr>
            </a:pPr>
            <a:r>
              <a:rPr sz="1800" b="0">
                <a:solidFill>
                  <a:srgbClr val="111111"/>
                </a:solidFill>
                <a:latin typeface="Noto Sans CJK JP"/>
                <a:ea typeface="Noto Sans CJK JP"/>
              </a:rPr>
              <a:t>同一IDを除く</a:t>
            </a:r>
          </a:p>
        </p:txBody>
      </p:sp>
      <p:cxnSp>
        <p:nvCxnSpPr>
          <p:cNvPr id="68" name="結合線・接続線"/>
          <p:cNvCxnSpPr/>
          <p:nvPr/>
        </p:nvCxnSpPr>
        <p:spPr>
          <a:xfrm>
            <a:off x="2286000" y="5991225"/>
            <a:ext cx="171450" cy="0"/>
          </a:xfrm>
          <a:prstGeom prst="line">
            <a:avLst/>
          </a:prstGeom>
          <a:ln w="20955">
            <a:solidFill>
              <a:srgbClr val="11111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結合線・接続線"/>
          <p:cNvCxnSpPr/>
          <p:nvPr/>
        </p:nvCxnSpPr>
        <p:spPr>
          <a:xfrm>
            <a:off x="4610100" y="5991225"/>
            <a:ext cx="180975" cy="0"/>
          </a:xfrm>
          <a:prstGeom prst="line">
            <a:avLst/>
          </a:prstGeom>
          <a:ln w="20955">
            <a:solidFill>
              <a:srgbClr val="11111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結合線・接続線"/>
          <p:cNvCxnSpPr/>
          <p:nvPr/>
        </p:nvCxnSpPr>
        <p:spPr>
          <a:xfrm>
            <a:off x="7143750" y="5991225"/>
            <a:ext cx="247650" cy="0"/>
          </a:xfrm>
          <a:prstGeom prst="line">
            <a:avLst/>
          </a:prstGeom>
          <a:ln w="20955">
            <a:solidFill>
              <a:srgbClr val="11111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枠｜"/>
          <p:cNvSpPr/>
          <p:nvPr/>
        </p:nvSpPr>
        <p:spPr>
          <a:xfrm>
            <a:off x="7419975" y="4819650"/>
            <a:ext cx="2400300" cy="2495550"/>
          </a:xfrm>
          <a:prstGeom prst="roundRect">
            <a:avLst>
              <a:gd name="adj" fmla="val 7000"/>
            </a:avLst>
          </a:prstGeom>
          <a:noFill/>
          <a:ln w="15240">
            <a:solidFill>
              <a:srgbClr val="11111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文字｜推定された&#10;反応候補"/>
          <p:cNvSpPr txBox="1"/>
          <p:nvPr/>
        </p:nvSpPr>
        <p:spPr>
          <a:xfrm>
            <a:off x="7524749" y="4867275"/>
            <a:ext cx="2190750" cy="685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25" b="1">
                <a:solidFill>
                  <a:srgbClr val="111111"/>
                </a:solidFill>
                <a:latin typeface="Noto Sans CJK JP"/>
              </a:defRPr>
            </a:pPr>
            <a:r>
              <a:rPr sz="2025" b="1">
                <a:solidFill>
                  <a:srgbClr val="111111"/>
                </a:solidFill>
                <a:latin typeface="Noto Sans CJK JP"/>
                <a:ea typeface="Noto Sans CJK JP"/>
              </a:rPr>
              <a:t>推定された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2025" b="1">
                <a:solidFill>
                  <a:srgbClr val="111111"/>
                </a:solidFill>
                <a:latin typeface="Noto Sans CJK JP"/>
              </a:defRPr>
            </a:pPr>
            <a:r>
              <a:rPr sz="2025" b="1">
                <a:solidFill>
                  <a:srgbClr val="111111"/>
                </a:solidFill>
                <a:latin typeface="Noto Sans CJK JP"/>
                <a:ea typeface="Noto Sans CJK JP"/>
              </a:rPr>
              <a:t>反応候補</a:t>
            </a:r>
          </a:p>
        </p:txBody>
      </p:sp>
      <p:sp>
        <p:nvSpPr>
          <p:cNvPr id="73" name="文字｜A⁺ + M → A + M⁺"/>
          <p:cNvSpPr txBox="1"/>
          <p:nvPr/>
        </p:nvSpPr>
        <p:spPr>
          <a:xfrm>
            <a:off x="7524749" y="5724525"/>
            <a:ext cx="2190750" cy="4857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950" b="0">
                <a:solidFill>
                  <a:srgbClr val="111111"/>
                </a:solidFill>
                <a:latin typeface="Noto Sans CJK JP"/>
              </a:defRPr>
            </a:pPr>
            <a:r>
              <a:rPr sz="1950" b="0">
                <a:solidFill>
                  <a:srgbClr val="111111"/>
                </a:solidFill>
                <a:latin typeface="Noto Sans CJK JP"/>
                <a:ea typeface="Noto Sans CJK JP"/>
              </a:rPr>
              <a:t>A⁺ + M → A + M⁺</a:t>
            </a:r>
          </a:p>
        </p:txBody>
      </p:sp>
      <p:sp>
        <p:nvSpPr>
          <p:cNvPr id="74" name="文字｜エネルギー ？&#10;σ(E) ？"/>
          <p:cNvSpPr txBox="1"/>
          <p:nvPr/>
        </p:nvSpPr>
        <p:spPr>
          <a:xfrm>
            <a:off x="7534275" y="6400800"/>
            <a:ext cx="2152650" cy="742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950" b="0">
                <a:solidFill>
                  <a:srgbClr val="111111"/>
                </a:solidFill>
                <a:latin typeface="Noto Sans CJK JP"/>
              </a:defRPr>
            </a:pPr>
            <a:r>
              <a:rPr sz="1950" b="0">
                <a:solidFill>
                  <a:srgbClr val="111111"/>
                </a:solidFill>
                <a:latin typeface="Noto Sans CJK JP"/>
                <a:ea typeface="Noto Sans CJK JP"/>
              </a:rPr>
              <a:t>エネルギー ？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950" b="0">
                <a:solidFill>
                  <a:srgbClr val="111111"/>
                </a:solidFill>
                <a:latin typeface="Noto Sans CJK JP"/>
              </a:defRPr>
            </a:pPr>
            <a:r>
              <a:rPr sz="1950" b="0">
                <a:solidFill>
                  <a:srgbClr val="111111"/>
                </a:solidFill>
                <a:latin typeface="Noto Sans CJK JP"/>
                <a:ea typeface="Noto Sans CJK JP"/>
              </a:rPr>
              <a:t>σ(E) ？</a:t>
            </a:r>
          </a:p>
        </p:txBody>
      </p:sp>
      <p:cxnSp>
        <p:nvCxnSpPr>
          <p:cNvPr id="75" name="結合線・接続線"/>
          <p:cNvCxnSpPr/>
          <p:nvPr/>
        </p:nvCxnSpPr>
        <p:spPr>
          <a:xfrm>
            <a:off x="9839325" y="5991225"/>
            <a:ext cx="228600" cy="0"/>
          </a:xfrm>
          <a:prstGeom prst="line">
            <a:avLst/>
          </a:prstGeom>
          <a:ln w="20955">
            <a:solidFill>
              <a:srgbClr val="11111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枠｜"/>
          <p:cNvSpPr/>
          <p:nvPr/>
        </p:nvSpPr>
        <p:spPr>
          <a:xfrm>
            <a:off x="10086975" y="4943475"/>
            <a:ext cx="1847850" cy="2352675"/>
          </a:xfrm>
          <a:prstGeom prst="roundRect">
            <a:avLst>
              <a:gd name="adj" fmla="val 7000"/>
            </a:avLst>
          </a:prstGeom>
          <a:noFill/>
          <a:ln w="1524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文字｜レビュー"/>
          <p:cNvSpPr txBox="1"/>
          <p:nvPr/>
        </p:nvSpPr>
        <p:spPr>
          <a:xfrm>
            <a:off x="10201275" y="5010150"/>
            <a:ext cx="1619250" cy="4286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950" b="1">
                <a:solidFill>
                  <a:srgbClr val="111111"/>
                </a:solidFill>
                <a:latin typeface="Noto Sans CJK JP"/>
              </a:defRPr>
            </a:pPr>
            <a:r>
              <a:rPr sz="1950" b="1">
                <a:solidFill>
                  <a:srgbClr val="111111"/>
                </a:solidFill>
                <a:latin typeface="Noto Sans CJK JP"/>
                <a:ea typeface="Noto Sans CJK JP"/>
              </a:rPr>
              <a:t>レビュー</a:t>
            </a:r>
          </a:p>
        </p:txBody>
      </p:sp>
      <p:sp>
        <p:nvSpPr>
          <p:cNvPr id="78" name="図形"/>
          <p:cNvSpPr/>
          <p:nvPr/>
        </p:nvSpPr>
        <p:spPr>
          <a:xfrm>
            <a:off x="10229850" y="5524500"/>
            <a:ext cx="200025" cy="200025"/>
          </a:xfrm>
          <a:prstGeom prst="rect">
            <a:avLst/>
          </a:prstGeom>
          <a:solidFill>
            <a:srgbClr val="FFFFFF"/>
          </a:solidFill>
          <a:ln w="11429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文字｜化学的妥当性"/>
          <p:cNvSpPr txBox="1"/>
          <p:nvPr/>
        </p:nvSpPr>
        <p:spPr>
          <a:xfrm>
            <a:off x="10525125" y="5467350"/>
            <a:ext cx="1343025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11111"/>
                </a:solidFill>
                <a:latin typeface="Noto Sans CJK JP"/>
              </a:defRPr>
            </a:pPr>
            <a:r>
              <a:rPr sz="1500" b="0">
                <a:solidFill>
                  <a:srgbClr val="111111"/>
                </a:solidFill>
                <a:latin typeface="Noto Sans CJK JP"/>
                <a:ea typeface="Noto Sans CJK JP"/>
              </a:rPr>
              <a:t>化学的妥当性</a:t>
            </a:r>
          </a:p>
        </p:txBody>
      </p:sp>
      <p:sp>
        <p:nvSpPr>
          <p:cNvPr id="80" name="図形"/>
          <p:cNvSpPr/>
          <p:nvPr/>
        </p:nvSpPr>
        <p:spPr>
          <a:xfrm>
            <a:off x="10229850" y="5972175"/>
            <a:ext cx="200025" cy="200025"/>
          </a:xfrm>
          <a:prstGeom prst="rect">
            <a:avLst/>
          </a:prstGeom>
          <a:solidFill>
            <a:srgbClr val="FFFFFF"/>
          </a:solidFill>
          <a:ln w="11429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文字｜適用条件"/>
          <p:cNvSpPr txBox="1"/>
          <p:nvPr/>
        </p:nvSpPr>
        <p:spPr>
          <a:xfrm>
            <a:off x="10525125" y="5915025"/>
            <a:ext cx="1343025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11111"/>
                </a:solidFill>
                <a:latin typeface="Noto Sans CJK JP"/>
              </a:defRPr>
            </a:pPr>
            <a:r>
              <a:rPr sz="1500" b="0">
                <a:solidFill>
                  <a:srgbClr val="111111"/>
                </a:solidFill>
                <a:latin typeface="Noto Sans CJK JP"/>
                <a:ea typeface="Noto Sans CJK JP"/>
              </a:rPr>
              <a:t>適用条件</a:t>
            </a:r>
          </a:p>
        </p:txBody>
      </p:sp>
      <p:sp>
        <p:nvSpPr>
          <p:cNvPr id="82" name="図形"/>
          <p:cNvSpPr/>
          <p:nvPr/>
        </p:nvSpPr>
        <p:spPr>
          <a:xfrm>
            <a:off x="10229850" y="6429375"/>
            <a:ext cx="200025" cy="200025"/>
          </a:xfrm>
          <a:prstGeom prst="rect">
            <a:avLst/>
          </a:prstGeom>
          <a:solidFill>
            <a:srgbClr val="FFFFFF"/>
          </a:solidFill>
          <a:ln w="11429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文字｜重複の有無"/>
          <p:cNvSpPr txBox="1"/>
          <p:nvPr/>
        </p:nvSpPr>
        <p:spPr>
          <a:xfrm>
            <a:off x="10525125" y="6372225"/>
            <a:ext cx="1343025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11111"/>
                </a:solidFill>
                <a:latin typeface="Noto Sans CJK JP"/>
              </a:defRPr>
            </a:pPr>
            <a:r>
              <a:rPr sz="1500" b="0">
                <a:solidFill>
                  <a:srgbClr val="111111"/>
                </a:solidFill>
                <a:latin typeface="Noto Sans CJK JP"/>
                <a:ea typeface="Noto Sans CJK JP"/>
              </a:rPr>
              <a:t>重複の有無</a:t>
            </a:r>
          </a:p>
        </p:txBody>
      </p:sp>
      <p:sp>
        <p:nvSpPr>
          <p:cNvPr id="84" name="図形"/>
          <p:cNvSpPr/>
          <p:nvPr/>
        </p:nvSpPr>
        <p:spPr>
          <a:xfrm>
            <a:off x="10229850" y="6877050"/>
            <a:ext cx="200025" cy="200025"/>
          </a:xfrm>
          <a:prstGeom prst="rect">
            <a:avLst/>
          </a:prstGeom>
          <a:solidFill>
            <a:srgbClr val="FFFFFF"/>
          </a:solidFill>
          <a:ln w="11429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文字｜採用の判断"/>
          <p:cNvSpPr txBox="1"/>
          <p:nvPr/>
        </p:nvSpPr>
        <p:spPr>
          <a:xfrm>
            <a:off x="10525125" y="6819900"/>
            <a:ext cx="1343025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11111"/>
                </a:solidFill>
                <a:latin typeface="Noto Sans CJK JP"/>
              </a:defRPr>
            </a:pPr>
            <a:r>
              <a:rPr sz="1500" b="0">
                <a:solidFill>
                  <a:srgbClr val="111111"/>
                </a:solidFill>
                <a:latin typeface="Noto Sans CJK JP"/>
                <a:ea typeface="Noto Sans CJK JP"/>
              </a:rPr>
              <a:t>採用の判断</a:t>
            </a:r>
          </a:p>
        </p:txBody>
      </p:sp>
      <p:sp>
        <p:nvSpPr>
          <p:cNvPr id="86" name="枠｜"/>
          <p:cNvSpPr/>
          <p:nvPr/>
        </p:nvSpPr>
        <p:spPr>
          <a:xfrm>
            <a:off x="12220575" y="4943475"/>
            <a:ext cx="2266950" cy="2362200"/>
          </a:xfrm>
          <a:prstGeom prst="roundRect">
            <a:avLst>
              <a:gd name="adj" fmla="val 7000"/>
            </a:avLst>
          </a:prstGeom>
          <a:noFill/>
          <a:ln w="1524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文字｜管理済み登録簿"/>
          <p:cNvSpPr txBox="1"/>
          <p:nvPr/>
        </p:nvSpPr>
        <p:spPr>
          <a:xfrm>
            <a:off x="12287250" y="5010150"/>
            <a:ext cx="2133600" cy="4095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950" b="1">
                <a:solidFill>
                  <a:srgbClr val="111111"/>
                </a:solidFill>
                <a:latin typeface="Noto Sans CJK JP"/>
              </a:defRPr>
            </a:pPr>
            <a:r>
              <a:rPr sz="1950" b="1">
                <a:solidFill>
                  <a:srgbClr val="111111"/>
                </a:solidFill>
                <a:latin typeface="Noto Sans CJK JP"/>
                <a:ea typeface="Noto Sans CJK JP"/>
              </a:rPr>
              <a:t>管理済み登録簿</a:t>
            </a:r>
          </a:p>
        </p:txBody>
      </p:sp>
      <p:grpSp>
        <p:nvGrpSpPr>
          <p:cNvPr id="88" name="データ記録の積層"/>
          <p:cNvGrpSpPr/>
          <p:nvPr/>
        </p:nvGrpSpPr>
        <p:grpSpPr>
          <a:xfrm>
            <a:off x="12353925" y="5448300"/>
            <a:ext cx="2028825" cy="1704975"/>
            <a:chOff x="12353925" y="5448300"/>
            <a:chExt cx="2028825" cy="1704975"/>
          </a:xfrm>
        </p:grpSpPr>
        <p:sp>
          <p:nvSpPr>
            <p:cNvPr id="89" name="記録用紙"/>
            <p:cNvSpPr/>
            <p:nvPr/>
          </p:nvSpPr>
          <p:spPr>
            <a:xfrm>
              <a:off x="12525375" y="5448300"/>
              <a:ext cx="1857375" cy="1533525"/>
            </a:xfrm>
            <a:prstGeom prst="rect">
              <a:avLst/>
            </a:prstGeom>
            <a:solidFill>
              <a:srgbClr val="FFFFFF"/>
            </a:solidFill>
            <a:ln w="11429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" name="記録用紙"/>
            <p:cNvSpPr/>
            <p:nvPr/>
          </p:nvSpPr>
          <p:spPr>
            <a:xfrm>
              <a:off x="12468225" y="5505450"/>
              <a:ext cx="1857375" cy="1533525"/>
            </a:xfrm>
            <a:prstGeom prst="rect">
              <a:avLst/>
            </a:prstGeom>
            <a:solidFill>
              <a:srgbClr val="FFFFFF"/>
            </a:solidFill>
            <a:ln w="11429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記録用紙"/>
            <p:cNvSpPr/>
            <p:nvPr/>
          </p:nvSpPr>
          <p:spPr>
            <a:xfrm>
              <a:off x="12411075" y="5562600"/>
              <a:ext cx="1857375" cy="1533525"/>
            </a:xfrm>
            <a:prstGeom prst="rect">
              <a:avLst/>
            </a:prstGeom>
            <a:solidFill>
              <a:srgbClr val="FFFFFF"/>
            </a:solidFill>
            <a:ln w="11429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" name="記録用紙"/>
            <p:cNvSpPr/>
            <p:nvPr/>
          </p:nvSpPr>
          <p:spPr>
            <a:xfrm>
              <a:off x="12353925" y="5619750"/>
              <a:ext cx="1857375" cy="1533525"/>
            </a:xfrm>
            <a:prstGeom prst="rect">
              <a:avLst/>
            </a:prstGeom>
            <a:solidFill>
              <a:srgbClr val="FFFFFF"/>
            </a:solidFill>
            <a:ln w="11429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" name="文字｜e⁻ + M → 2e⁻ + M⁺"/>
            <p:cNvSpPr txBox="1"/>
            <p:nvPr/>
          </p:nvSpPr>
          <p:spPr>
            <a:xfrm>
              <a:off x="12525375" y="5705475"/>
              <a:ext cx="1552575" cy="66198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216" b="0">
                  <a:solidFill>
                    <a:srgbClr val="111111"/>
                  </a:solidFill>
                  <a:latin typeface="Noto Sans CJK JP"/>
                </a:defRPr>
              </a:pPr>
              <a:r>
                <a:rPr sz="1216" b="0">
                  <a:solidFill>
                    <a:srgbClr val="111111"/>
                  </a:solidFill>
                  <a:latin typeface="Noto Sans CJK JP"/>
                  <a:ea typeface="Noto Sans CJK JP"/>
                </a:rPr>
                <a:t>e⁻ + M → 2e⁻ + M⁺</a:t>
              </a:r>
            </a:p>
          </p:txBody>
        </p:sp>
        <p:sp>
          <p:nvSpPr>
            <p:cNvPr id="94" name="文字｜A⁺ + M → A + M⁺"/>
            <p:cNvSpPr txBox="1"/>
            <p:nvPr/>
          </p:nvSpPr>
          <p:spPr>
            <a:xfrm>
              <a:off x="12525375" y="6367462"/>
              <a:ext cx="1552575" cy="66198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425" b="0">
                  <a:solidFill>
                    <a:srgbClr val="111111"/>
                  </a:solidFill>
                  <a:latin typeface="Noto Sans CJK JP"/>
                </a:defRPr>
              </a:pPr>
              <a:r>
                <a:rPr sz="1425" b="0">
                  <a:solidFill>
                    <a:srgbClr val="111111"/>
                  </a:solidFill>
                  <a:latin typeface="Noto Sans CJK JP"/>
                  <a:ea typeface="Noto Sans CJK JP"/>
                </a:rPr>
                <a:t>A⁺ + M → A + M⁺</a:t>
              </a:r>
            </a:p>
          </p:txBody>
        </p:sp>
      </p:grpSp>
      <p:sp>
        <p:nvSpPr>
          <p:cNvPr id="95" name="曲線矢印"/>
          <p:cNvSpPr/>
          <p:nvPr/>
        </p:nvSpPr>
        <p:spPr>
          <a:xfrm>
            <a:off x="10991850" y="7296150"/>
            <a:ext cx="2428875" cy="323850"/>
          </a:xfrm>
          <a:custGeom>
            <a:avLst/>
            <a:gdLst/>
            <a:ahLst/>
            <a:cxnLst/>
            <a:rect l="0" t="0" r="w" b="h"/>
            <a:pathLst>
              <a:path w="100000" h="100000" fill="none" stroke="1">
                <a:moveTo>
                  <a:pt x="1176" y="0"/>
                </a:moveTo>
                <a:cubicBezTo>
                  <a:pt x="1176" y="47059"/>
                  <a:pt x="0" y="100000"/>
                  <a:pt x="9020" y="100000"/>
                </a:cubicBezTo>
                <a:cubicBezTo>
                  <a:pt x="33725" y="100000"/>
                  <a:pt x="65490" y="100000"/>
                  <a:pt x="92157" y="100000"/>
                </a:cubicBezTo>
                <a:cubicBezTo>
                  <a:pt x="99608" y="100000"/>
                  <a:pt x="99608" y="61765"/>
                  <a:pt x="100000" y="14706"/>
                </a:cubicBezTo>
              </a:path>
            </a:pathLst>
          </a:custGeom>
          <a:noFill/>
          <a:ln w="20955">
            <a:solidFill>
              <a:srgbClr val="111111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文字｜明示的に登録へ反映"/>
          <p:cNvSpPr txBox="1"/>
          <p:nvPr/>
        </p:nvSpPr>
        <p:spPr>
          <a:xfrm>
            <a:off x="11115675" y="7648575"/>
            <a:ext cx="30480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111111"/>
                </a:solidFill>
                <a:latin typeface="Noto Sans CJK JP"/>
              </a:defRPr>
            </a:pPr>
            <a:r>
              <a:rPr sz="1650" b="1">
                <a:solidFill>
                  <a:srgbClr val="111111"/>
                </a:solidFill>
                <a:latin typeface="Noto Sans CJK JP"/>
                <a:ea typeface="Noto Sans CJK JP"/>
              </a:rPr>
              <a:t>明示的に登録へ反映</a:t>
            </a:r>
          </a:p>
        </p:txBody>
      </p:sp>
      <p:sp>
        <p:nvSpPr>
          <p:cNvPr id="97" name="曲線矢印"/>
          <p:cNvSpPr/>
          <p:nvPr/>
        </p:nvSpPr>
        <p:spPr>
          <a:xfrm>
            <a:off x="1200150" y="7505700"/>
            <a:ext cx="4781550" cy="438150"/>
          </a:xfrm>
          <a:custGeom>
            <a:avLst/>
            <a:gdLst/>
            <a:ahLst/>
            <a:cxnLst/>
            <a:rect l="0" t="0" r="w" b="h"/>
            <a:pathLst>
              <a:path w="100000" h="100000" fill="none" stroke="1">
                <a:moveTo>
                  <a:pt x="996" y="0"/>
                </a:moveTo>
                <a:cubicBezTo>
                  <a:pt x="996" y="52174"/>
                  <a:pt x="0" y="100000"/>
                  <a:pt x="4980" y="100000"/>
                </a:cubicBezTo>
                <a:cubicBezTo>
                  <a:pt x="31673" y="100000"/>
                  <a:pt x="64143" y="100000"/>
                  <a:pt x="95817" y="100000"/>
                </a:cubicBezTo>
                <a:cubicBezTo>
                  <a:pt x="100000" y="100000"/>
                  <a:pt x="99602" y="54348"/>
                  <a:pt x="99602" y="0"/>
                </a:cubicBezTo>
              </a:path>
            </a:pathLst>
          </a:custGeom>
          <a:noFill/>
          <a:ln w="2095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8" name="結合線・接続線"/>
          <p:cNvCxnSpPr/>
          <p:nvPr/>
        </p:nvCxnSpPr>
        <p:spPr>
          <a:xfrm>
            <a:off x="3571875" y="7505700"/>
            <a:ext cx="0" cy="533399"/>
          </a:xfrm>
          <a:prstGeom prst="line">
            <a:avLst/>
          </a:prstGeom>
          <a:ln w="20955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枠｜条件に不適合"/>
          <p:cNvSpPr/>
          <p:nvPr/>
        </p:nvSpPr>
        <p:spPr>
          <a:xfrm>
            <a:off x="2609850" y="8039099"/>
            <a:ext cx="1914525" cy="2857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文字｜条件に不適合"/>
          <p:cNvSpPr txBox="1"/>
          <p:nvPr/>
        </p:nvSpPr>
        <p:spPr>
          <a:xfrm>
            <a:off x="2686050" y="8086725"/>
            <a:ext cx="1762125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111111"/>
                </a:solidFill>
                <a:latin typeface="Noto Sans CJK JP"/>
              </a:defRPr>
            </a:pPr>
            <a:r>
              <a:rPr sz="1650" b="0">
                <a:solidFill>
                  <a:srgbClr val="111111"/>
                </a:solidFill>
                <a:latin typeface="Noto Sans CJK JP"/>
                <a:ea typeface="Noto Sans CJK JP"/>
              </a:rPr>
              <a:t>条件に不適合</a:t>
            </a:r>
          </a:p>
        </p:txBody>
      </p:sp>
      <p:cxnSp>
        <p:nvCxnSpPr>
          <p:cNvPr id="101" name="結合線・接続線"/>
          <p:cNvCxnSpPr/>
          <p:nvPr/>
        </p:nvCxnSpPr>
        <p:spPr>
          <a:xfrm>
            <a:off x="3571875" y="8343900"/>
            <a:ext cx="0" cy="314325"/>
          </a:xfrm>
          <a:prstGeom prst="line">
            <a:avLst/>
          </a:prstGeom>
          <a:ln w="20955">
            <a:solidFill>
              <a:srgbClr val="11111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文字｜×"/>
          <p:cNvSpPr txBox="1"/>
          <p:nvPr/>
        </p:nvSpPr>
        <p:spPr>
          <a:xfrm>
            <a:off x="3267075" y="8572500"/>
            <a:ext cx="619125" cy="647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4275" b="0">
                <a:solidFill>
                  <a:srgbClr val="CE1B19"/>
                </a:solidFill>
                <a:latin typeface="Noto Sans CJK JP"/>
              </a:defRPr>
            </a:pPr>
            <a:r>
              <a:rPr sz="4275" b="0">
                <a:solidFill>
                  <a:srgbClr val="CE1B19"/>
                </a:solidFill>
                <a:latin typeface="Noto Sans CJK JP"/>
                <a:ea typeface="Noto Sans CJK JP"/>
              </a:rPr>
              <a:t>×</a:t>
            </a:r>
          </a:p>
        </p:txBody>
      </p:sp>
      <p:sp>
        <p:nvSpPr>
          <p:cNvPr id="103" name="文字｜候補として採用しない"/>
          <p:cNvSpPr txBox="1"/>
          <p:nvPr/>
        </p:nvSpPr>
        <p:spPr>
          <a:xfrm>
            <a:off x="1924049" y="9086850"/>
            <a:ext cx="3286125" cy="3714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111111"/>
                </a:solidFill>
                <a:latin typeface="Noto Sans CJK JP"/>
              </a:defRPr>
            </a:pPr>
            <a:r>
              <a:rPr sz="1725" b="0">
                <a:solidFill>
                  <a:srgbClr val="111111"/>
                </a:solidFill>
                <a:latin typeface="Noto Sans CJK JP"/>
                <a:ea typeface="Noto Sans CJK JP"/>
              </a:rPr>
              <a:t>候補として採用しない</a:t>
            </a:r>
          </a:p>
        </p:txBody>
      </p:sp>
      <p:sp>
        <p:nvSpPr>
          <p:cNvPr id="104" name="文字｜任意機能・既定では無効｜評価点 ≠ 反応確率"/>
          <p:cNvSpPr txBox="1"/>
          <p:nvPr/>
        </p:nvSpPr>
        <p:spPr>
          <a:xfrm>
            <a:off x="8467725" y="9286875"/>
            <a:ext cx="5924550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111111"/>
                </a:solidFill>
                <a:latin typeface="Noto Sans CJK JP"/>
              </a:defRPr>
            </a:pPr>
            <a:r>
              <a:rPr sz="1575" b="0">
                <a:solidFill>
                  <a:srgbClr val="111111"/>
                </a:solidFill>
                <a:latin typeface="Noto Sans CJK JP"/>
                <a:ea typeface="Noto Sans CJK JP"/>
              </a:rPr>
              <a:t>概念図｜保存則は網への組込み時に検証（13枚目）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字｜08 / 出典データから再利用可能な反応知識へ"/>
          <p:cNvSpPr txBox="1"/>
          <p:nvPr/>
        </p:nvSpPr>
        <p:spPr>
          <a:xfrm>
            <a:off x="247649" y="47625"/>
            <a:ext cx="14135100" cy="6572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300" b="1">
                <a:solidFill>
                  <a:srgbClr val="111111"/>
                </a:solidFill>
                <a:latin typeface="Noto Sans CJK JP"/>
              </a:defRPr>
            </a:pPr>
            <a:r>
              <a:rPr sz="3300" b="1">
                <a:solidFill>
                  <a:srgbClr val="111111"/>
                </a:solidFill>
                <a:latin typeface="Noto Sans CJK JP"/>
                <a:ea typeface="Noto Sans CJK JP"/>
              </a:rPr>
              <a:t>08 / 出典データから再利用可能な反応知識へ</a:t>
            </a:r>
          </a:p>
        </p:txBody>
      </p:sp>
      <p:sp>
        <p:nvSpPr>
          <p:cNvPr id="3" name="文字｜A　データ整備"/>
          <p:cNvSpPr txBox="1"/>
          <p:nvPr/>
        </p:nvSpPr>
        <p:spPr>
          <a:xfrm>
            <a:off x="161925" y="647700"/>
            <a:ext cx="3143250" cy="381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50" b="1">
                <a:solidFill>
                  <a:srgbClr val="111111"/>
                </a:solidFill>
                <a:latin typeface="Noto Sans CJK JP"/>
              </a:defRPr>
            </a:pPr>
            <a:r>
              <a:rPr sz="2250" b="1">
                <a:solidFill>
                  <a:srgbClr val="111111"/>
                </a:solidFill>
                <a:latin typeface="Noto Sans CJK JP"/>
                <a:ea typeface="Noto Sans CJK JP"/>
              </a:rPr>
              <a:t>A　データ整備</a:t>
            </a:r>
          </a:p>
        </p:txBody>
      </p:sp>
      <p:sp>
        <p:nvSpPr>
          <p:cNvPr id="4" name="文字｜外部取得 → ローカルで整理・確認"/>
          <p:cNvSpPr txBox="1"/>
          <p:nvPr/>
        </p:nvSpPr>
        <p:spPr>
          <a:xfrm>
            <a:off x="3257550" y="714375"/>
            <a:ext cx="6667500" cy="3143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111111"/>
                </a:solidFill>
                <a:latin typeface="Noto Sans CJK JP"/>
              </a:defRPr>
            </a:pPr>
            <a:r>
              <a:rPr sz="1725" b="0">
                <a:solidFill>
                  <a:srgbClr val="111111"/>
                </a:solidFill>
                <a:latin typeface="Noto Sans CJK JP"/>
                <a:ea typeface="Noto Sans CJK JP"/>
              </a:rPr>
              <a:t>外部取得 → ローカルで整理・確認</a:t>
            </a:r>
          </a:p>
        </p:txBody>
      </p:sp>
      <p:sp>
        <p:nvSpPr>
          <p:cNvPr id="5" name="文字｜文献・データベースの出典記録"/>
          <p:cNvSpPr txBox="1"/>
          <p:nvPr/>
        </p:nvSpPr>
        <p:spPr>
          <a:xfrm>
            <a:off x="352425" y="1057275"/>
            <a:ext cx="4238625" cy="285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111111"/>
                </a:solidFill>
                <a:latin typeface="Noto Sans CJK JP"/>
              </a:defRPr>
            </a:pPr>
            <a:r>
              <a:rPr sz="1575" b="1">
                <a:solidFill>
                  <a:srgbClr val="111111"/>
                </a:solidFill>
                <a:latin typeface="Noto Sans CJK JP"/>
                <a:ea typeface="Noto Sans CJK JP"/>
              </a:rPr>
              <a:t>文献・データベースの出典記録</a:t>
            </a:r>
          </a:p>
        </p:txBody>
      </p:sp>
      <p:sp>
        <p:nvSpPr>
          <p:cNvPr id="6" name="枠｜"/>
          <p:cNvSpPr/>
          <p:nvPr/>
        </p:nvSpPr>
        <p:spPr>
          <a:xfrm>
            <a:off x="276225" y="1323975"/>
            <a:ext cx="2924175" cy="857250"/>
          </a:xfrm>
          <a:prstGeom prst="roundRect">
            <a:avLst>
              <a:gd name="adj" fmla="val 7000"/>
            </a:avLst>
          </a:prstGeom>
          <a:solidFill>
            <a:srgbClr val="EFF6FC"/>
          </a:solidFill>
          <a:ln w="1524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文字｜物質の同定"/>
          <p:cNvSpPr txBox="1"/>
          <p:nvPr/>
        </p:nvSpPr>
        <p:spPr>
          <a:xfrm>
            <a:off x="371475" y="1343025"/>
            <a:ext cx="1628775" cy="3143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11111"/>
                </a:solidFill>
                <a:latin typeface="Noto Sans CJK JP"/>
              </a:defRPr>
            </a:pPr>
            <a:r>
              <a:rPr sz="1800" b="1">
                <a:solidFill>
                  <a:srgbClr val="111111"/>
                </a:solidFill>
                <a:latin typeface="Noto Sans CJK JP"/>
                <a:ea typeface="Noto Sans CJK JP"/>
              </a:rPr>
              <a:t>物質の同定</a:t>
            </a:r>
          </a:p>
        </p:txBody>
      </p:sp>
      <p:sp>
        <p:nvSpPr>
          <p:cNvPr id="8" name="文字｜分子式・識別子"/>
          <p:cNvSpPr txBox="1"/>
          <p:nvPr/>
        </p:nvSpPr>
        <p:spPr>
          <a:xfrm>
            <a:off x="371475" y="1685925"/>
            <a:ext cx="1247775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111111"/>
                </a:solidFill>
                <a:latin typeface="Noto Sans CJK JP"/>
              </a:defRPr>
            </a:pPr>
            <a:r>
              <a:rPr sz="1350" b="0">
                <a:solidFill>
                  <a:srgbClr val="111111"/>
                </a:solidFill>
                <a:latin typeface="Noto Sans CJK JP"/>
                <a:ea typeface="Noto Sans CJK JP"/>
              </a:rPr>
              <a:t>分子式・識別子</a:t>
            </a:r>
          </a:p>
        </p:txBody>
      </p:sp>
      <p:grpSp>
        <p:nvGrpSpPr>
          <p:cNvPr id="9" name="分子・化学種｜CF4"/>
          <p:cNvGrpSpPr/>
          <p:nvPr/>
        </p:nvGrpSpPr>
        <p:grpSpPr>
          <a:xfrm>
            <a:off x="1684020" y="1394460"/>
            <a:ext cx="784860" cy="701040"/>
            <a:chOff x="1684020" y="1394460"/>
            <a:chExt cx="784860" cy="701040"/>
          </a:xfrm>
        </p:grpSpPr>
        <p:cxnSp>
          <p:nvCxnSpPr>
            <p:cNvPr id="10" name="結合線・接続線"/>
            <p:cNvCxnSpPr/>
            <p:nvPr/>
          </p:nvCxnSpPr>
          <p:spPr>
            <a:xfrm flipV="1">
              <a:off x="2076450" y="1482090"/>
              <a:ext cx="0" cy="270510"/>
            </a:xfrm>
            <a:prstGeom prst="line">
              <a:avLst/>
            </a:prstGeom>
            <a:ln w="21907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結合線・接続線"/>
            <p:cNvCxnSpPr/>
            <p:nvPr/>
          </p:nvCxnSpPr>
          <p:spPr>
            <a:xfrm flipH="1">
              <a:off x="1771650" y="1752600"/>
              <a:ext cx="304800" cy="0"/>
            </a:xfrm>
            <a:prstGeom prst="line">
              <a:avLst/>
            </a:prstGeom>
            <a:ln w="21907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結合線・接続線"/>
            <p:cNvCxnSpPr/>
            <p:nvPr/>
          </p:nvCxnSpPr>
          <p:spPr>
            <a:xfrm>
              <a:off x="2076450" y="1752600"/>
              <a:ext cx="304800" cy="0"/>
            </a:xfrm>
            <a:prstGeom prst="line">
              <a:avLst/>
            </a:prstGeom>
            <a:ln w="21907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結合線・接続線"/>
            <p:cNvCxnSpPr/>
            <p:nvPr/>
          </p:nvCxnSpPr>
          <p:spPr>
            <a:xfrm>
              <a:off x="2076450" y="1752600"/>
              <a:ext cx="0" cy="255270"/>
            </a:xfrm>
            <a:prstGeom prst="line">
              <a:avLst/>
            </a:prstGeom>
            <a:ln w="21907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原子｜F"/>
            <p:cNvSpPr/>
            <p:nvPr/>
          </p:nvSpPr>
          <p:spPr>
            <a:xfrm>
              <a:off x="1988820" y="1394460"/>
              <a:ext cx="175260" cy="175260"/>
            </a:xfrm>
            <a:prstGeom prst="ellipse">
              <a:avLst/>
            </a:prstGeom>
            <a:solidFill>
              <a:srgbClr val="AED396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文字｜F"/>
            <p:cNvSpPr txBox="1"/>
            <p:nvPr/>
          </p:nvSpPr>
          <p:spPr>
            <a:xfrm>
              <a:off x="1988820" y="1394460"/>
              <a:ext cx="175260" cy="17526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900" b="0">
                  <a:solidFill>
                    <a:srgbClr val="111111"/>
                  </a:solidFill>
                  <a:latin typeface="Noto Sans CJK JP"/>
                </a:defRPr>
              </a:pPr>
              <a:r>
                <a:rPr sz="900" b="0">
                  <a:solidFill>
                    <a:srgbClr val="111111"/>
                  </a:solidFill>
                  <a:latin typeface="Noto Sans CJK JP"/>
                  <a:ea typeface="Noto Sans CJK JP"/>
                </a:rPr>
                <a:t>F</a:t>
              </a:r>
            </a:p>
          </p:txBody>
        </p:sp>
        <p:sp>
          <p:nvSpPr>
            <p:cNvPr id="16" name="原子｜F"/>
            <p:cNvSpPr/>
            <p:nvPr/>
          </p:nvSpPr>
          <p:spPr>
            <a:xfrm>
              <a:off x="1684020" y="1664970"/>
              <a:ext cx="175260" cy="175260"/>
            </a:xfrm>
            <a:prstGeom prst="ellipse">
              <a:avLst/>
            </a:prstGeom>
            <a:solidFill>
              <a:srgbClr val="AED396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文字｜F"/>
            <p:cNvSpPr txBox="1"/>
            <p:nvPr/>
          </p:nvSpPr>
          <p:spPr>
            <a:xfrm>
              <a:off x="1684020" y="1664970"/>
              <a:ext cx="175260" cy="17526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900" b="0">
                  <a:solidFill>
                    <a:srgbClr val="111111"/>
                  </a:solidFill>
                  <a:latin typeface="Noto Sans CJK JP"/>
                </a:defRPr>
              </a:pPr>
              <a:r>
                <a:rPr sz="900" b="0">
                  <a:solidFill>
                    <a:srgbClr val="111111"/>
                  </a:solidFill>
                  <a:latin typeface="Noto Sans CJK JP"/>
                  <a:ea typeface="Noto Sans CJK JP"/>
                </a:rPr>
                <a:t>F</a:t>
              </a:r>
            </a:p>
          </p:txBody>
        </p:sp>
        <p:sp>
          <p:nvSpPr>
            <p:cNvPr id="18" name="原子｜F"/>
            <p:cNvSpPr/>
            <p:nvPr/>
          </p:nvSpPr>
          <p:spPr>
            <a:xfrm>
              <a:off x="2293620" y="1664970"/>
              <a:ext cx="175260" cy="175260"/>
            </a:xfrm>
            <a:prstGeom prst="ellipse">
              <a:avLst/>
            </a:prstGeom>
            <a:solidFill>
              <a:srgbClr val="AED396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文字｜F"/>
            <p:cNvSpPr txBox="1"/>
            <p:nvPr/>
          </p:nvSpPr>
          <p:spPr>
            <a:xfrm>
              <a:off x="2293620" y="1664970"/>
              <a:ext cx="175260" cy="17526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900" b="0">
                  <a:solidFill>
                    <a:srgbClr val="111111"/>
                  </a:solidFill>
                  <a:latin typeface="Noto Sans CJK JP"/>
                </a:defRPr>
              </a:pPr>
              <a:r>
                <a:rPr sz="900" b="0">
                  <a:solidFill>
                    <a:srgbClr val="111111"/>
                  </a:solidFill>
                  <a:latin typeface="Noto Sans CJK JP"/>
                  <a:ea typeface="Noto Sans CJK JP"/>
                </a:rPr>
                <a:t>F</a:t>
              </a:r>
            </a:p>
          </p:txBody>
        </p:sp>
        <p:sp>
          <p:nvSpPr>
            <p:cNvPr id="20" name="原子｜F"/>
            <p:cNvSpPr/>
            <p:nvPr/>
          </p:nvSpPr>
          <p:spPr>
            <a:xfrm>
              <a:off x="1988820" y="1920240"/>
              <a:ext cx="175260" cy="175260"/>
            </a:xfrm>
            <a:prstGeom prst="ellipse">
              <a:avLst/>
            </a:prstGeom>
            <a:solidFill>
              <a:srgbClr val="AED396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文字｜F"/>
            <p:cNvSpPr txBox="1"/>
            <p:nvPr/>
          </p:nvSpPr>
          <p:spPr>
            <a:xfrm>
              <a:off x="1988820" y="1920240"/>
              <a:ext cx="175260" cy="17526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900" b="0">
                  <a:solidFill>
                    <a:srgbClr val="111111"/>
                  </a:solidFill>
                  <a:latin typeface="Noto Sans CJK JP"/>
                </a:defRPr>
              </a:pPr>
              <a:r>
                <a:rPr sz="900" b="0">
                  <a:solidFill>
                    <a:srgbClr val="111111"/>
                  </a:solidFill>
                  <a:latin typeface="Noto Sans CJK JP"/>
                  <a:ea typeface="Noto Sans CJK JP"/>
                </a:rPr>
                <a:t>F</a:t>
              </a:r>
            </a:p>
          </p:txBody>
        </p:sp>
        <p:sp>
          <p:nvSpPr>
            <p:cNvPr id="22" name="原子｜C"/>
            <p:cNvSpPr/>
            <p:nvPr/>
          </p:nvSpPr>
          <p:spPr>
            <a:xfrm>
              <a:off x="1973580" y="1649729"/>
              <a:ext cx="205740" cy="205740"/>
            </a:xfrm>
            <a:prstGeom prst="ellipse">
              <a:avLst/>
            </a:prstGeom>
            <a:solidFill>
              <a:srgbClr val="555958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文字｜C"/>
            <p:cNvSpPr txBox="1"/>
            <p:nvPr/>
          </p:nvSpPr>
          <p:spPr>
            <a:xfrm>
              <a:off x="1973580" y="1649729"/>
              <a:ext cx="205740" cy="2057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900" b="0">
                  <a:solidFill>
                    <a:srgbClr val="FFFFFF"/>
                  </a:solidFill>
                  <a:latin typeface="Noto Sans CJK JP"/>
                </a:defRPr>
              </a:pPr>
              <a:r>
                <a:rPr sz="900" b="0">
                  <a:solidFill>
                    <a:srgbClr val="FFFFFF"/>
                  </a:solidFill>
                  <a:latin typeface="Noto Sans CJK JP"/>
                  <a:ea typeface="Noto Sans CJK JP"/>
                </a:rPr>
                <a:t>C</a:t>
              </a:r>
            </a:p>
          </p:txBody>
        </p:sp>
      </p:grpSp>
      <p:sp>
        <p:nvSpPr>
          <p:cNvPr id="24" name="文字｜CF₄"/>
          <p:cNvSpPr txBox="1"/>
          <p:nvPr/>
        </p:nvSpPr>
        <p:spPr>
          <a:xfrm>
            <a:off x="2676525" y="1571625"/>
            <a:ext cx="523874" cy="4095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12" b="1">
                <a:solidFill>
                  <a:srgbClr val="111111"/>
                </a:solidFill>
                <a:latin typeface="Noto Sans CJK JP"/>
              </a:defRPr>
            </a:pPr>
            <a:r>
              <a:rPr sz="1712" b="1">
                <a:solidFill>
                  <a:srgbClr val="111111"/>
                </a:solidFill>
                <a:latin typeface="Noto Sans CJK JP"/>
                <a:ea typeface="Noto Sans CJK JP"/>
              </a:rPr>
              <a:t>CF₄</a:t>
            </a:r>
          </a:p>
        </p:txBody>
      </p:sp>
      <p:sp>
        <p:nvSpPr>
          <p:cNvPr id="25" name="枠｜"/>
          <p:cNvSpPr/>
          <p:nvPr/>
        </p:nvSpPr>
        <p:spPr>
          <a:xfrm>
            <a:off x="276225" y="2295525"/>
            <a:ext cx="2924175" cy="1562100"/>
          </a:xfrm>
          <a:prstGeom prst="roundRect">
            <a:avLst>
              <a:gd name="adj" fmla="val 7000"/>
            </a:avLst>
          </a:prstGeom>
          <a:solidFill>
            <a:srgbClr val="EFF6FC"/>
          </a:solidFill>
          <a:ln w="1524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文字｜熱化学データ"/>
          <p:cNvSpPr txBox="1"/>
          <p:nvPr/>
        </p:nvSpPr>
        <p:spPr>
          <a:xfrm>
            <a:off x="371475" y="2324100"/>
            <a:ext cx="2552700" cy="3143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11111"/>
                </a:solidFill>
                <a:latin typeface="Noto Sans CJK JP"/>
              </a:defRPr>
            </a:pPr>
            <a:r>
              <a:rPr sz="1800" b="1">
                <a:solidFill>
                  <a:srgbClr val="111111"/>
                </a:solidFill>
                <a:latin typeface="Noto Sans CJK JP"/>
                <a:ea typeface="Noto Sans CJK JP"/>
              </a:rPr>
              <a:t>熱化学データ</a:t>
            </a:r>
          </a:p>
        </p:txBody>
      </p:sp>
      <p:sp>
        <p:nvSpPr>
          <p:cNvPr id="27" name="文字｜標準生成エンタルピー"/>
          <p:cNvSpPr txBox="1"/>
          <p:nvPr/>
        </p:nvSpPr>
        <p:spPr>
          <a:xfrm>
            <a:off x="371475" y="2581275"/>
            <a:ext cx="2562225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11111"/>
                </a:solidFill>
                <a:latin typeface="Noto Sans CJK JP"/>
              </a:defRPr>
            </a:pPr>
            <a:r>
              <a:rPr sz="1500" b="0">
                <a:solidFill>
                  <a:srgbClr val="111111"/>
                </a:solidFill>
                <a:latin typeface="Noto Sans CJK JP"/>
                <a:ea typeface="Noto Sans CJK JP"/>
              </a:rPr>
              <a:t>標準生成エンタルピー</a:t>
            </a:r>
          </a:p>
        </p:txBody>
      </p:sp>
      <p:sp>
        <p:nvSpPr>
          <p:cNvPr id="28" name="表｜セル"/>
          <p:cNvSpPr/>
          <p:nvPr/>
        </p:nvSpPr>
        <p:spPr>
          <a:xfrm>
            <a:off x="704850" y="2828925"/>
            <a:ext cx="924115" cy="238125"/>
          </a:xfrm>
          <a:prstGeom prst="rect">
            <a:avLst/>
          </a:prstGeom>
          <a:solidFill>
            <a:srgbClr val="F1F2F1"/>
          </a:solidFill>
          <a:ln w="7143">
            <a:solidFill>
              <a:srgbClr val="7B81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文字｜化学種"/>
          <p:cNvSpPr txBox="1"/>
          <p:nvPr/>
        </p:nvSpPr>
        <p:spPr>
          <a:xfrm>
            <a:off x="752475" y="2857500"/>
            <a:ext cx="828865" cy="1809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111111"/>
                </a:solidFill>
                <a:latin typeface="Noto Sans CJK JP"/>
              </a:defRPr>
            </a:pPr>
            <a:r>
              <a:rPr sz="1275" b="1">
                <a:solidFill>
                  <a:srgbClr val="111111"/>
                </a:solidFill>
                <a:latin typeface="Noto Sans CJK JP"/>
                <a:ea typeface="Noto Sans CJK JP"/>
              </a:rPr>
              <a:t>化学種</a:t>
            </a:r>
          </a:p>
        </p:txBody>
      </p:sp>
      <p:sp>
        <p:nvSpPr>
          <p:cNvPr id="30" name="表｜セル"/>
          <p:cNvSpPr/>
          <p:nvPr/>
        </p:nvSpPr>
        <p:spPr>
          <a:xfrm>
            <a:off x="1628965" y="2828925"/>
            <a:ext cx="1276159" cy="238125"/>
          </a:xfrm>
          <a:prstGeom prst="rect">
            <a:avLst/>
          </a:prstGeom>
          <a:solidFill>
            <a:srgbClr val="F1F2F1"/>
          </a:solidFill>
          <a:ln w="7143">
            <a:solidFill>
              <a:srgbClr val="7B81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文字｜ΔH_{f} [kJ mol⁻¹]"/>
          <p:cNvSpPr txBox="1"/>
          <p:nvPr/>
        </p:nvSpPr>
        <p:spPr>
          <a:xfrm>
            <a:off x="1676590" y="2857500"/>
            <a:ext cx="1180909" cy="1809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48" b="1">
                <a:solidFill>
                  <a:srgbClr val="111111"/>
                </a:solidFill>
                <a:latin typeface="Noto Sans CJK JP"/>
              </a:defRPr>
            </a:pPr>
            <a:r>
              <a:rPr sz="1248" b="1">
                <a:solidFill>
                  <a:srgbClr val="111111"/>
                </a:solidFill>
                <a:latin typeface="Noto Sans CJK JP"/>
                <a:ea typeface="Noto Sans CJK JP"/>
              </a:rPr>
              <a:t>ΔH</a:t>
            </a:r>
            <a:r>
              <a:rPr sz="898" b="1" baseline="-22000">
                <a:solidFill>
                  <a:srgbClr val="111111"/>
                </a:solidFill>
                <a:latin typeface="Noto Sans CJK JP"/>
                <a:ea typeface="Noto Sans CJK JP"/>
              </a:rPr>
              <a:t>f</a:t>
            </a:r>
            <a:r>
              <a:rPr sz="1248" b="1">
                <a:solidFill>
                  <a:srgbClr val="111111"/>
                </a:solidFill>
                <a:latin typeface="Noto Sans CJK JP"/>
                <a:ea typeface="Noto Sans CJK JP"/>
              </a:rPr>
              <a:t> [kJ mol⁻¹]</a:t>
            </a:r>
          </a:p>
        </p:txBody>
      </p:sp>
      <p:sp>
        <p:nvSpPr>
          <p:cNvPr id="32" name="表｜セル"/>
          <p:cNvSpPr/>
          <p:nvPr/>
        </p:nvSpPr>
        <p:spPr>
          <a:xfrm>
            <a:off x="704850" y="3067050"/>
            <a:ext cx="924115" cy="238125"/>
          </a:xfrm>
          <a:prstGeom prst="rect">
            <a:avLst/>
          </a:prstGeom>
          <a:solidFill>
            <a:srgbClr val="FFFFFF"/>
          </a:solidFill>
          <a:ln w="7143">
            <a:solidFill>
              <a:srgbClr val="7B81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文字｜CF₄"/>
          <p:cNvSpPr txBox="1"/>
          <p:nvPr/>
        </p:nvSpPr>
        <p:spPr>
          <a:xfrm>
            <a:off x="752475" y="3095625"/>
            <a:ext cx="828865" cy="1809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75" b="0">
                <a:solidFill>
                  <a:srgbClr val="111111"/>
                </a:solidFill>
                <a:latin typeface="Noto Sans CJK JP"/>
              </a:defRPr>
            </a:pPr>
            <a:r>
              <a:rPr sz="1275" b="0">
                <a:solidFill>
                  <a:srgbClr val="111111"/>
                </a:solidFill>
                <a:latin typeface="Noto Sans CJK JP"/>
                <a:ea typeface="Noto Sans CJK JP"/>
              </a:rPr>
              <a:t>CF₄</a:t>
            </a:r>
          </a:p>
        </p:txBody>
      </p:sp>
      <p:sp>
        <p:nvSpPr>
          <p:cNvPr id="34" name="表｜セル"/>
          <p:cNvSpPr/>
          <p:nvPr/>
        </p:nvSpPr>
        <p:spPr>
          <a:xfrm>
            <a:off x="1628965" y="3067050"/>
            <a:ext cx="1276159" cy="238125"/>
          </a:xfrm>
          <a:prstGeom prst="rect">
            <a:avLst/>
          </a:prstGeom>
          <a:solidFill>
            <a:srgbClr val="FFFFFF"/>
          </a:solidFill>
          <a:ln w="7143">
            <a:solidFill>
              <a:srgbClr val="7B81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文字｜h₁"/>
          <p:cNvSpPr txBox="1"/>
          <p:nvPr/>
        </p:nvSpPr>
        <p:spPr>
          <a:xfrm>
            <a:off x="1676590" y="3095625"/>
            <a:ext cx="1180909" cy="1809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75" b="0">
                <a:solidFill>
                  <a:srgbClr val="111111"/>
                </a:solidFill>
                <a:latin typeface="Noto Sans CJK JP"/>
              </a:defRPr>
            </a:pPr>
            <a:r>
              <a:rPr sz="1275" b="0">
                <a:solidFill>
                  <a:srgbClr val="111111"/>
                </a:solidFill>
                <a:latin typeface="Noto Sans CJK JP"/>
                <a:ea typeface="Noto Sans CJK JP"/>
              </a:rPr>
              <a:t>h₁</a:t>
            </a:r>
          </a:p>
        </p:txBody>
      </p:sp>
      <p:sp>
        <p:nvSpPr>
          <p:cNvPr id="36" name="表｜セル"/>
          <p:cNvSpPr/>
          <p:nvPr/>
        </p:nvSpPr>
        <p:spPr>
          <a:xfrm>
            <a:off x="704850" y="3305175"/>
            <a:ext cx="924115" cy="238125"/>
          </a:xfrm>
          <a:prstGeom prst="rect">
            <a:avLst/>
          </a:prstGeom>
          <a:solidFill>
            <a:srgbClr val="FFFFFF"/>
          </a:solidFill>
          <a:ln w="7143">
            <a:solidFill>
              <a:srgbClr val="7B81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文字｜CF₃"/>
          <p:cNvSpPr txBox="1"/>
          <p:nvPr/>
        </p:nvSpPr>
        <p:spPr>
          <a:xfrm>
            <a:off x="752475" y="3333750"/>
            <a:ext cx="828865" cy="1809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75" b="0">
                <a:solidFill>
                  <a:srgbClr val="111111"/>
                </a:solidFill>
                <a:latin typeface="Noto Sans CJK JP"/>
              </a:defRPr>
            </a:pPr>
            <a:r>
              <a:rPr sz="1275" b="0">
                <a:solidFill>
                  <a:srgbClr val="111111"/>
                </a:solidFill>
                <a:latin typeface="Noto Sans CJK JP"/>
                <a:ea typeface="Noto Sans CJK JP"/>
              </a:rPr>
              <a:t>CF₃</a:t>
            </a:r>
          </a:p>
        </p:txBody>
      </p:sp>
      <p:sp>
        <p:nvSpPr>
          <p:cNvPr id="38" name="表｜セル"/>
          <p:cNvSpPr/>
          <p:nvPr/>
        </p:nvSpPr>
        <p:spPr>
          <a:xfrm>
            <a:off x="1628965" y="3305175"/>
            <a:ext cx="1276159" cy="238125"/>
          </a:xfrm>
          <a:prstGeom prst="rect">
            <a:avLst/>
          </a:prstGeom>
          <a:solidFill>
            <a:srgbClr val="FFFFFF"/>
          </a:solidFill>
          <a:ln w="7143">
            <a:solidFill>
              <a:srgbClr val="7B81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文字｜h₂"/>
          <p:cNvSpPr txBox="1"/>
          <p:nvPr/>
        </p:nvSpPr>
        <p:spPr>
          <a:xfrm>
            <a:off x="1676590" y="3333750"/>
            <a:ext cx="1180909" cy="1809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75" b="0">
                <a:solidFill>
                  <a:srgbClr val="111111"/>
                </a:solidFill>
                <a:latin typeface="Noto Sans CJK JP"/>
              </a:defRPr>
            </a:pPr>
            <a:r>
              <a:rPr sz="1275" b="0">
                <a:solidFill>
                  <a:srgbClr val="111111"/>
                </a:solidFill>
                <a:latin typeface="Noto Sans CJK JP"/>
                <a:ea typeface="Noto Sans CJK JP"/>
              </a:rPr>
              <a:t>h₂</a:t>
            </a:r>
          </a:p>
        </p:txBody>
      </p:sp>
      <p:sp>
        <p:nvSpPr>
          <p:cNvPr id="40" name="表｜セル"/>
          <p:cNvSpPr/>
          <p:nvPr/>
        </p:nvSpPr>
        <p:spPr>
          <a:xfrm>
            <a:off x="704850" y="3543300"/>
            <a:ext cx="924115" cy="238125"/>
          </a:xfrm>
          <a:prstGeom prst="rect">
            <a:avLst/>
          </a:prstGeom>
          <a:solidFill>
            <a:srgbClr val="FFFFFF"/>
          </a:solidFill>
          <a:ln w="7143">
            <a:solidFill>
              <a:srgbClr val="7B81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文字｜…"/>
          <p:cNvSpPr txBox="1"/>
          <p:nvPr/>
        </p:nvSpPr>
        <p:spPr>
          <a:xfrm>
            <a:off x="752475" y="3571875"/>
            <a:ext cx="828865" cy="1809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75" b="0">
                <a:solidFill>
                  <a:srgbClr val="111111"/>
                </a:solidFill>
                <a:latin typeface="Noto Sans CJK JP"/>
              </a:defRPr>
            </a:pPr>
            <a:r>
              <a:rPr sz="1275" b="0">
                <a:solidFill>
                  <a:srgbClr val="111111"/>
                </a:solidFill>
                <a:latin typeface="Noto Sans CJK JP"/>
                <a:ea typeface="Noto Sans CJK JP"/>
              </a:rPr>
              <a:t>…</a:t>
            </a:r>
          </a:p>
        </p:txBody>
      </p:sp>
      <p:sp>
        <p:nvSpPr>
          <p:cNvPr id="42" name="表｜セル"/>
          <p:cNvSpPr/>
          <p:nvPr/>
        </p:nvSpPr>
        <p:spPr>
          <a:xfrm>
            <a:off x="1628965" y="3543300"/>
            <a:ext cx="1276159" cy="238125"/>
          </a:xfrm>
          <a:prstGeom prst="rect">
            <a:avLst/>
          </a:prstGeom>
          <a:solidFill>
            <a:srgbClr val="FFFFFF"/>
          </a:solidFill>
          <a:ln w="7143">
            <a:solidFill>
              <a:srgbClr val="7B81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文字｜…"/>
          <p:cNvSpPr txBox="1"/>
          <p:nvPr/>
        </p:nvSpPr>
        <p:spPr>
          <a:xfrm>
            <a:off x="1676590" y="3571875"/>
            <a:ext cx="1180909" cy="1809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75" b="0">
                <a:solidFill>
                  <a:srgbClr val="111111"/>
                </a:solidFill>
                <a:latin typeface="Noto Sans CJK JP"/>
              </a:defRPr>
            </a:pPr>
            <a:r>
              <a:rPr sz="1275" b="0">
                <a:solidFill>
                  <a:srgbClr val="111111"/>
                </a:solidFill>
                <a:latin typeface="Noto Sans CJK JP"/>
                <a:ea typeface="Noto Sans CJK JP"/>
              </a:rPr>
              <a:t>…</a:t>
            </a:r>
          </a:p>
        </p:txBody>
      </p:sp>
      <p:sp>
        <p:nvSpPr>
          <p:cNvPr id="44" name="文字｜NIST / ATcT スナップショット"/>
          <p:cNvSpPr txBox="1"/>
          <p:nvPr/>
        </p:nvSpPr>
        <p:spPr>
          <a:xfrm>
            <a:off x="371475" y="3867150"/>
            <a:ext cx="3514725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111111"/>
                </a:solidFill>
                <a:latin typeface="Noto Sans CJK JP"/>
              </a:defRPr>
            </a:pPr>
            <a:r>
              <a:rPr sz="1350" b="0">
                <a:solidFill>
                  <a:srgbClr val="111111"/>
                </a:solidFill>
                <a:latin typeface="Noto Sans CJK JP"/>
                <a:ea typeface="Noto Sans CJK JP"/>
              </a:rPr>
              <a:t>NIST / ATcT スナップショット</a:t>
            </a:r>
          </a:p>
        </p:txBody>
      </p:sp>
      <p:sp>
        <p:nvSpPr>
          <p:cNvPr id="45" name="枠｜"/>
          <p:cNvSpPr/>
          <p:nvPr/>
        </p:nvSpPr>
        <p:spPr>
          <a:xfrm>
            <a:off x="276225" y="4133849"/>
            <a:ext cx="2924175" cy="1524000"/>
          </a:xfrm>
          <a:prstGeom prst="roundRect">
            <a:avLst>
              <a:gd name="adj" fmla="val 7000"/>
            </a:avLst>
          </a:prstGeom>
          <a:solidFill>
            <a:srgbClr val="EFF6FC"/>
          </a:solidFill>
          <a:ln w="1524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文字｜断面積・速度係数"/>
          <p:cNvSpPr txBox="1"/>
          <p:nvPr/>
        </p:nvSpPr>
        <p:spPr>
          <a:xfrm>
            <a:off x="381000" y="4162424"/>
            <a:ext cx="2667000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11111"/>
                </a:solidFill>
                <a:latin typeface="Noto Sans CJK JP"/>
              </a:defRPr>
            </a:pPr>
            <a:r>
              <a:rPr sz="1800" b="1">
                <a:solidFill>
                  <a:srgbClr val="111111"/>
                </a:solidFill>
                <a:latin typeface="Noto Sans CJK JP"/>
                <a:ea typeface="Noto Sans CJK JP"/>
              </a:rPr>
              <a:t>断面積・速度係数</a:t>
            </a:r>
          </a:p>
        </p:txBody>
      </p:sp>
      <p:sp>
        <p:nvSpPr>
          <p:cNvPr id="47" name="文字｜電子衝突など"/>
          <p:cNvSpPr txBox="1"/>
          <p:nvPr/>
        </p:nvSpPr>
        <p:spPr>
          <a:xfrm>
            <a:off x="381000" y="4429125"/>
            <a:ext cx="2333625" cy="2476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11111"/>
                </a:solidFill>
                <a:latin typeface="Noto Sans CJK JP"/>
              </a:defRPr>
            </a:pPr>
            <a:r>
              <a:rPr sz="1500" b="0">
                <a:solidFill>
                  <a:srgbClr val="111111"/>
                </a:solidFill>
                <a:latin typeface="Noto Sans CJK JP"/>
                <a:ea typeface="Noto Sans CJK JP"/>
              </a:rPr>
              <a:t>電子衝突など</a:t>
            </a:r>
          </a:p>
        </p:txBody>
      </p:sp>
      <p:pic>
        <p:nvPicPr>
          <p:cNvPr id="48" name="個別画像｜原図の出典断面積グラフ" descr="source_curves_orig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4648200"/>
            <a:ext cx="2600325" cy="952500"/>
          </a:xfrm>
          <a:prstGeom prst="rect">
            <a:avLst/>
          </a:prstGeom>
        </p:spPr>
      </p:pic>
      <p:sp>
        <p:nvSpPr>
          <p:cNvPr id="49" name="文字｜LXCat / 評価済み表"/>
          <p:cNvSpPr txBox="1"/>
          <p:nvPr/>
        </p:nvSpPr>
        <p:spPr>
          <a:xfrm>
            <a:off x="381000" y="5676900"/>
            <a:ext cx="3476625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111111"/>
                </a:solidFill>
                <a:latin typeface="Noto Sans CJK JP"/>
              </a:defRPr>
            </a:pPr>
            <a:r>
              <a:rPr sz="1350" b="0">
                <a:solidFill>
                  <a:srgbClr val="111111"/>
                </a:solidFill>
                <a:latin typeface="Noto Sans CJK JP"/>
                <a:ea typeface="Noto Sans CJK JP"/>
              </a:rPr>
              <a:t>LXCat / 評価済み表</a:t>
            </a:r>
          </a:p>
        </p:txBody>
      </p:sp>
      <p:sp>
        <p:nvSpPr>
          <p:cNvPr id="50" name="曲線矢印"/>
          <p:cNvSpPr/>
          <p:nvPr/>
        </p:nvSpPr>
        <p:spPr>
          <a:xfrm>
            <a:off x="3209925" y="1647825"/>
            <a:ext cx="571500" cy="1724025"/>
          </a:xfrm>
          <a:custGeom>
            <a:avLst/>
            <a:gdLst/>
            <a:ahLst/>
            <a:cxnLst/>
            <a:rect l="0" t="0" r="w" b="h"/>
            <a:pathLst>
              <a:path w="100000" h="100000" fill="none" stroke="1">
                <a:moveTo>
                  <a:pt x="0" y="0"/>
                </a:moveTo>
                <a:cubicBezTo>
                  <a:pt x="51667" y="0"/>
                  <a:pt x="51667" y="0"/>
                  <a:pt x="51667" y="13260"/>
                </a:cubicBezTo>
                <a:cubicBezTo>
                  <a:pt x="51667" y="39779"/>
                  <a:pt x="51667" y="73481"/>
                  <a:pt x="51667" y="88398"/>
                </a:cubicBezTo>
                <a:cubicBezTo>
                  <a:pt x="51667" y="98343"/>
                  <a:pt x="66667" y="100000"/>
                  <a:pt x="100000" y="100000"/>
                </a:cubicBezTo>
              </a:path>
            </a:pathLst>
          </a:custGeom>
          <a:noFill/>
          <a:ln w="20955">
            <a:solidFill>
              <a:srgbClr val="111111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曲線矢印"/>
          <p:cNvSpPr/>
          <p:nvPr/>
        </p:nvSpPr>
        <p:spPr>
          <a:xfrm>
            <a:off x="3209925" y="3181350"/>
            <a:ext cx="571500" cy="190500"/>
          </a:xfrm>
          <a:custGeom>
            <a:avLst/>
            <a:gdLst/>
            <a:ahLst/>
            <a:cxnLst/>
            <a:rect l="0" t="0" r="w" b="h"/>
            <a:pathLst>
              <a:path w="100000" h="100000" fill="none" stroke="1">
                <a:moveTo>
                  <a:pt x="0" y="0"/>
                </a:moveTo>
                <a:cubicBezTo>
                  <a:pt x="36667" y="0"/>
                  <a:pt x="28333" y="100000"/>
                  <a:pt x="100000" y="100000"/>
                </a:cubicBezTo>
              </a:path>
            </a:pathLst>
          </a:custGeom>
          <a:noFill/>
          <a:ln w="20955">
            <a:solidFill>
              <a:srgbClr val="111111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曲線矢印"/>
          <p:cNvSpPr/>
          <p:nvPr/>
        </p:nvSpPr>
        <p:spPr>
          <a:xfrm>
            <a:off x="3209925" y="3371850"/>
            <a:ext cx="571500" cy="1619250"/>
          </a:xfrm>
          <a:custGeom>
            <a:avLst/>
            <a:gdLst/>
            <a:ahLst/>
            <a:cxnLst/>
            <a:rect l="0" t="0" r="w" b="h"/>
            <a:pathLst>
              <a:path w="100000" h="100000" fill="none" stroke="1">
                <a:moveTo>
                  <a:pt x="0" y="100000"/>
                </a:moveTo>
                <a:cubicBezTo>
                  <a:pt x="50000" y="100000"/>
                  <a:pt x="51667" y="100000"/>
                  <a:pt x="51667" y="85882"/>
                </a:cubicBezTo>
                <a:cubicBezTo>
                  <a:pt x="51667" y="57059"/>
                  <a:pt x="51667" y="27059"/>
                  <a:pt x="51667" y="13529"/>
                </a:cubicBezTo>
                <a:cubicBezTo>
                  <a:pt x="51667" y="2353"/>
                  <a:pt x="66667" y="0"/>
                  <a:pt x="100000" y="0"/>
                </a:cubicBezTo>
              </a:path>
            </a:pathLst>
          </a:custGeom>
          <a:noFill/>
          <a:ln w="20955">
            <a:solidFill>
              <a:srgbClr val="111111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文字｜ローカル原本 ＋ 出典"/>
          <p:cNvSpPr txBox="1"/>
          <p:nvPr/>
        </p:nvSpPr>
        <p:spPr>
          <a:xfrm>
            <a:off x="3819524" y="1762125"/>
            <a:ext cx="2066924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111111"/>
                </a:solidFill>
                <a:latin typeface="Noto Sans CJK JP"/>
              </a:defRPr>
            </a:pPr>
            <a:r>
              <a:rPr sz="1650" b="1">
                <a:solidFill>
                  <a:srgbClr val="111111"/>
                </a:solidFill>
                <a:latin typeface="Noto Sans CJK JP"/>
                <a:ea typeface="Noto Sans CJK JP"/>
              </a:rPr>
              <a:t>ローカル原本 ＋ 出典</a:t>
            </a:r>
          </a:p>
        </p:txBody>
      </p:sp>
      <p:grpSp>
        <p:nvGrpSpPr>
          <p:cNvPr id="54" name="データ記録の積層"/>
          <p:cNvGrpSpPr/>
          <p:nvPr/>
        </p:nvGrpSpPr>
        <p:grpSpPr>
          <a:xfrm>
            <a:off x="3876674" y="2085975"/>
            <a:ext cx="1771650" cy="990600"/>
            <a:chOff x="3876674" y="2085975"/>
            <a:chExt cx="1771650" cy="990600"/>
          </a:xfrm>
        </p:grpSpPr>
        <p:sp>
          <p:nvSpPr>
            <p:cNvPr id="55" name="記録用紙"/>
            <p:cNvSpPr/>
            <p:nvPr/>
          </p:nvSpPr>
          <p:spPr>
            <a:xfrm>
              <a:off x="4048124" y="2085975"/>
              <a:ext cx="1600200" cy="819150"/>
            </a:xfrm>
            <a:prstGeom prst="rect">
              <a:avLst/>
            </a:prstGeom>
            <a:solidFill>
              <a:srgbClr val="EFF6FC"/>
            </a:solidFill>
            <a:ln w="11429">
              <a:solidFill>
                <a:srgbClr val="275E9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記録用紙"/>
            <p:cNvSpPr/>
            <p:nvPr/>
          </p:nvSpPr>
          <p:spPr>
            <a:xfrm>
              <a:off x="3962399" y="2171700"/>
              <a:ext cx="1600200" cy="819150"/>
            </a:xfrm>
            <a:prstGeom prst="rect">
              <a:avLst/>
            </a:prstGeom>
            <a:solidFill>
              <a:srgbClr val="EFF6FC"/>
            </a:solidFill>
            <a:ln w="11429">
              <a:solidFill>
                <a:srgbClr val="275E9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記録用紙"/>
            <p:cNvSpPr/>
            <p:nvPr/>
          </p:nvSpPr>
          <p:spPr>
            <a:xfrm>
              <a:off x="3876674" y="2257425"/>
              <a:ext cx="1600200" cy="819150"/>
            </a:xfrm>
            <a:prstGeom prst="rect">
              <a:avLst/>
            </a:prstGeom>
            <a:solidFill>
              <a:srgbClr val="EFF6FC"/>
            </a:solidFill>
            <a:ln w="11429">
              <a:solidFill>
                <a:srgbClr val="275E9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文字｜PubChem"/>
            <p:cNvSpPr txBox="1"/>
            <p:nvPr/>
          </p:nvSpPr>
          <p:spPr>
            <a:xfrm>
              <a:off x="4048124" y="2343150"/>
              <a:ext cx="1295400" cy="2032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350" b="0">
                  <a:solidFill>
                    <a:srgbClr val="111111"/>
                  </a:solidFill>
                  <a:latin typeface="Noto Sans CJK JP"/>
                </a:defRPr>
              </a:pPr>
              <a:r>
                <a:rPr sz="1350" b="0">
                  <a:solidFill>
                    <a:srgbClr val="111111"/>
                  </a:solidFill>
                  <a:latin typeface="Noto Sans CJK JP"/>
                  <a:ea typeface="Noto Sans CJK JP"/>
                </a:rPr>
                <a:t>PubChem</a:t>
              </a:r>
            </a:p>
          </p:txBody>
        </p:sp>
        <p:sp>
          <p:nvSpPr>
            <p:cNvPr id="59" name="文字｜CF₄  /  CID: 6434"/>
            <p:cNvSpPr txBox="1"/>
            <p:nvPr/>
          </p:nvSpPr>
          <p:spPr>
            <a:xfrm>
              <a:off x="4048124" y="2546349"/>
              <a:ext cx="1295400" cy="2032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256" b="0">
                  <a:solidFill>
                    <a:srgbClr val="111111"/>
                  </a:solidFill>
                  <a:latin typeface="Noto Sans CJK JP"/>
                </a:defRPr>
              </a:pPr>
              <a:r>
                <a:rPr sz="1256" b="0">
                  <a:solidFill>
                    <a:srgbClr val="111111"/>
                  </a:solidFill>
                  <a:latin typeface="Noto Sans CJK JP"/>
                  <a:ea typeface="Noto Sans CJK JP"/>
                </a:rPr>
                <a:t>CF₄  /  CID: 6434</a:t>
              </a:r>
            </a:p>
          </p:txBody>
        </p:sp>
        <p:sp>
          <p:nvSpPr>
            <p:cNvPr id="60" name="文字｜hash: …"/>
            <p:cNvSpPr txBox="1"/>
            <p:nvPr/>
          </p:nvSpPr>
          <p:spPr>
            <a:xfrm>
              <a:off x="4048124" y="2749550"/>
              <a:ext cx="1295400" cy="2032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350" b="0">
                  <a:solidFill>
                    <a:srgbClr val="111111"/>
                  </a:solidFill>
                  <a:latin typeface="Noto Sans CJK JP"/>
                </a:defRPr>
              </a:pPr>
              <a:r>
                <a:rPr sz="1350" b="0">
                  <a:solidFill>
                    <a:srgbClr val="111111"/>
                  </a:solidFill>
                  <a:latin typeface="Noto Sans CJK JP"/>
                  <a:ea typeface="Noto Sans CJK JP"/>
                </a:rPr>
                <a:t>hash: …</a:t>
              </a:r>
            </a:p>
          </p:txBody>
        </p:sp>
      </p:grpSp>
      <p:grpSp>
        <p:nvGrpSpPr>
          <p:cNvPr id="61" name="データ記録の積層"/>
          <p:cNvGrpSpPr/>
          <p:nvPr/>
        </p:nvGrpSpPr>
        <p:grpSpPr>
          <a:xfrm>
            <a:off x="3876674" y="3019425"/>
            <a:ext cx="1771650" cy="923925"/>
            <a:chOff x="3876674" y="3019425"/>
            <a:chExt cx="1771650" cy="923925"/>
          </a:xfrm>
        </p:grpSpPr>
        <p:sp>
          <p:nvSpPr>
            <p:cNvPr id="62" name="記録用紙"/>
            <p:cNvSpPr/>
            <p:nvPr/>
          </p:nvSpPr>
          <p:spPr>
            <a:xfrm>
              <a:off x="4048124" y="3019425"/>
              <a:ext cx="1600200" cy="752475"/>
            </a:xfrm>
            <a:prstGeom prst="rect">
              <a:avLst/>
            </a:prstGeom>
            <a:solidFill>
              <a:srgbClr val="FFF9E9"/>
            </a:solidFill>
            <a:ln w="11429">
              <a:solidFill>
                <a:srgbClr val="9E7C2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記録用紙"/>
            <p:cNvSpPr/>
            <p:nvPr/>
          </p:nvSpPr>
          <p:spPr>
            <a:xfrm>
              <a:off x="3962399" y="3105150"/>
              <a:ext cx="1600200" cy="752475"/>
            </a:xfrm>
            <a:prstGeom prst="rect">
              <a:avLst/>
            </a:prstGeom>
            <a:solidFill>
              <a:srgbClr val="FFF9E9"/>
            </a:solidFill>
            <a:ln w="11429">
              <a:solidFill>
                <a:srgbClr val="9E7C2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記録用紙"/>
            <p:cNvSpPr/>
            <p:nvPr/>
          </p:nvSpPr>
          <p:spPr>
            <a:xfrm>
              <a:off x="3876674" y="3190875"/>
              <a:ext cx="1600200" cy="752475"/>
            </a:xfrm>
            <a:prstGeom prst="rect">
              <a:avLst/>
            </a:prstGeom>
            <a:solidFill>
              <a:srgbClr val="FFF9E9"/>
            </a:solidFill>
            <a:ln w="11429">
              <a:solidFill>
                <a:srgbClr val="9E7C2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文字｜NIST / ATcT"/>
            <p:cNvSpPr txBox="1"/>
            <p:nvPr/>
          </p:nvSpPr>
          <p:spPr>
            <a:xfrm>
              <a:off x="4048124" y="3276600"/>
              <a:ext cx="1295400" cy="18097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350" b="0">
                  <a:solidFill>
                    <a:srgbClr val="111111"/>
                  </a:solidFill>
                  <a:latin typeface="Noto Sans CJK JP"/>
                </a:defRPr>
              </a:pPr>
              <a:r>
                <a:rPr sz="1350" b="0">
                  <a:solidFill>
                    <a:srgbClr val="111111"/>
                  </a:solidFill>
                  <a:latin typeface="Noto Sans CJK JP"/>
                  <a:ea typeface="Noto Sans CJK JP"/>
                </a:rPr>
                <a:t>NIST / ATcT</a:t>
              </a:r>
            </a:p>
          </p:txBody>
        </p:sp>
        <p:sp>
          <p:nvSpPr>
            <p:cNvPr id="66" name="文字｜CF₄  ΔH_{f} = h₁"/>
            <p:cNvSpPr txBox="1"/>
            <p:nvPr/>
          </p:nvSpPr>
          <p:spPr>
            <a:xfrm>
              <a:off x="4048124" y="3457575"/>
              <a:ext cx="1295400" cy="18097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350" b="0">
                  <a:solidFill>
                    <a:srgbClr val="111111"/>
                  </a:solidFill>
                  <a:latin typeface="Noto Sans CJK JP"/>
                </a:defRPr>
              </a:pPr>
              <a:r>
                <a:rPr sz="1350" b="0">
                  <a:solidFill>
                    <a:srgbClr val="111111"/>
                  </a:solidFill>
                  <a:latin typeface="Noto Sans CJK JP"/>
                  <a:ea typeface="Noto Sans CJK JP"/>
                </a:rPr>
                <a:t>CF₄  ΔH</a:t>
              </a:r>
              <a:r>
                <a:rPr sz="971" b="0" baseline="-22000">
                  <a:solidFill>
                    <a:srgbClr val="111111"/>
                  </a:solidFill>
                  <a:latin typeface="Noto Sans CJK JP"/>
                  <a:ea typeface="Noto Sans CJK JP"/>
                </a:rPr>
                <a:t>f</a:t>
              </a:r>
              <a:r>
                <a:rPr sz="1350" b="0">
                  <a:solidFill>
                    <a:srgbClr val="111111"/>
                  </a:solidFill>
                  <a:latin typeface="Noto Sans CJK JP"/>
                  <a:ea typeface="Noto Sans CJK JP"/>
                </a:rPr>
                <a:t> = h₁</a:t>
              </a:r>
            </a:p>
          </p:txBody>
        </p:sp>
        <p:sp>
          <p:nvSpPr>
            <p:cNvPr id="67" name="文字｜hash: …"/>
            <p:cNvSpPr txBox="1"/>
            <p:nvPr/>
          </p:nvSpPr>
          <p:spPr>
            <a:xfrm>
              <a:off x="4048124" y="3638550"/>
              <a:ext cx="1295400" cy="18097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350" b="0">
                  <a:solidFill>
                    <a:srgbClr val="111111"/>
                  </a:solidFill>
                  <a:latin typeface="Noto Sans CJK JP"/>
                </a:defRPr>
              </a:pPr>
              <a:r>
                <a:rPr sz="1350" b="0">
                  <a:solidFill>
                    <a:srgbClr val="111111"/>
                  </a:solidFill>
                  <a:latin typeface="Noto Sans CJK JP"/>
                  <a:ea typeface="Noto Sans CJK JP"/>
                </a:rPr>
                <a:t>hash: …</a:t>
              </a:r>
            </a:p>
          </p:txBody>
        </p:sp>
      </p:grpSp>
      <p:grpSp>
        <p:nvGrpSpPr>
          <p:cNvPr id="68" name="データ記録の積層"/>
          <p:cNvGrpSpPr/>
          <p:nvPr/>
        </p:nvGrpSpPr>
        <p:grpSpPr>
          <a:xfrm>
            <a:off x="3876674" y="3933824"/>
            <a:ext cx="1771650" cy="923925"/>
            <a:chOff x="3876674" y="3933824"/>
            <a:chExt cx="1771650" cy="923925"/>
          </a:xfrm>
        </p:grpSpPr>
        <p:sp>
          <p:nvSpPr>
            <p:cNvPr id="69" name="記録用紙"/>
            <p:cNvSpPr/>
            <p:nvPr/>
          </p:nvSpPr>
          <p:spPr>
            <a:xfrm>
              <a:off x="4048124" y="3933824"/>
              <a:ext cx="1600200" cy="752475"/>
            </a:xfrm>
            <a:prstGeom prst="rect">
              <a:avLst/>
            </a:prstGeom>
            <a:solidFill>
              <a:srgbClr val="F2F8EE"/>
            </a:solidFill>
            <a:ln w="11429">
              <a:solidFill>
                <a:srgbClr val="2E7B4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記録用紙"/>
            <p:cNvSpPr/>
            <p:nvPr/>
          </p:nvSpPr>
          <p:spPr>
            <a:xfrm>
              <a:off x="3962399" y="4019549"/>
              <a:ext cx="1600200" cy="752475"/>
            </a:xfrm>
            <a:prstGeom prst="rect">
              <a:avLst/>
            </a:prstGeom>
            <a:solidFill>
              <a:srgbClr val="F2F8EE"/>
            </a:solidFill>
            <a:ln w="11429">
              <a:solidFill>
                <a:srgbClr val="2E7B4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記録用紙"/>
            <p:cNvSpPr/>
            <p:nvPr/>
          </p:nvSpPr>
          <p:spPr>
            <a:xfrm>
              <a:off x="3876674" y="4105274"/>
              <a:ext cx="1600200" cy="752475"/>
            </a:xfrm>
            <a:prstGeom prst="rect">
              <a:avLst/>
            </a:prstGeom>
            <a:solidFill>
              <a:srgbClr val="F2F8EE"/>
            </a:solidFill>
            <a:ln w="11429">
              <a:solidFill>
                <a:srgbClr val="2E7B4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文字｜出典：LXCat"/>
            <p:cNvSpPr txBox="1"/>
            <p:nvPr/>
          </p:nvSpPr>
          <p:spPr>
            <a:xfrm>
              <a:off x="4048124" y="4190999"/>
              <a:ext cx="1295400" cy="18097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425" b="0">
                  <a:solidFill>
                    <a:srgbClr val="111111"/>
                  </a:solidFill>
                  <a:latin typeface="Noto Sans CJK JP"/>
                </a:defRPr>
              </a:pPr>
              <a:r>
                <a:rPr sz="1425" b="0">
                  <a:solidFill>
                    <a:srgbClr val="111111"/>
                  </a:solidFill>
                  <a:latin typeface="Noto Sans CJK JP"/>
                  <a:ea typeface="Noto Sans CJK JP"/>
                </a:rPr>
                <a:t>出典：LXCat</a:t>
              </a:r>
            </a:p>
          </p:txBody>
        </p:sp>
        <p:sp>
          <p:nvSpPr>
            <p:cNvPr id="73" name="文字｜e⁻ + CF₄   σ(E)"/>
            <p:cNvSpPr txBox="1"/>
            <p:nvPr/>
          </p:nvSpPr>
          <p:spPr>
            <a:xfrm>
              <a:off x="4048124" y="4371975"/>
              <a:ext cx="1295400" cy="18097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347" b="0">
                  <a:solidFill>
                    <a:srgbClr val="111111"/>
                  </a:solidFill>
                  <a:latin typeface="Noto Sans CJK JP"/>
                </a:defRPr>
              </a:pPr>
              <a:r>
                <a:rPr sz="1347" b="0">
                  <a:solidFill>
                    <a:srgbClr val="111111"/>
                  </a:solidFill>
                  <a:latin typeface="Noto Sans CJK JP"/>
                  <a:ea typeface="Noto Sans CJK JP"/>
                </a:rPr>
                <a:t>e⁻ + CF₄   σ(E)</a:t>
              </a:r>
            </a:p>
          </p:txBody>
        </p:sp>
        <p:sp>
          <p:nvSpPr>
            <p:cNvPr id="74" name="文字｜hash: …"/>
            <p:cNvSpPr txBox="1"/>
            <p:nvPr/>
          </p:nvSpPr>
          <p:spPr>
            <a:xfrm>
              <a:off x="4048124" y="4552950"/>
              <a:ext cx="1295400" cy="18097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425" b="0">
                  <a:solidFill>
                    <a:srgbClr val="111111"/>
                  </a:solidFill>
                  <a:latin typeface="Noto Sans CJK JP"/>
                </a:defRPr>
              </a:pPr>
              <a:r>
                <a:rPr sz="1425" b="0">
                  <a:solidFill>
                    <a:srgbClr val="111111"/>
                  </a:solidFill>
                  <a:latin typeface="Noto Sans CJK JP"/>
                  <a:ea typeface="Noto Sans CJK JP"/>
                </a:rPr>
                <a:t>hash: …</a:t>
              </a:r>
            </a:p>
          </p:txBody>
        </p:sp>
      </p:grpSp>
      <p:cxnSp>
        <p:nvCxnSpPr>
          <p:cNvPr id="75" name="結合線・接続線"/>
          <p:cNvCxnSpPr/>
          <p:nvPr/>
        </p:nvCxnSpPr>
        <p:spPr>
          <a:xfrm>
            <a:off x="5705475" y="3190875"/>
            <a:ext cx="219075" cy="0"/>
          </a:xfrm>
          <a:prstGeom prst="line">
            <a:avLst/>
          </a:prstGeom>
          <a:ln w="20955">
            <a:solidFill>
              <a:srgbClr val="11111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字｜正規化・完全一致照合"/>
          <p:cNvSpPr txBox="1"/>
          <p:nvPr/>
        </p:nvSpPr>
        <p:spPr>
          <a:xfrm>
            <a:off x="5924550" y="1762125"/>
            <a:ext cx="2114550" cy="381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111111"/>
                </a:solidFill>
                <a:latin typeface="Noto Sans CJK JP"/>
              </a:defRPr>
            </a:pPr>
            <a:r>
              <a:rPr sz="1575" b="1">
                <a:solidFill>
                  <a:srgbClr val="111111"/>
                </a:solidFill>
                <a:latin typeface="Noto Sans CJK JP"/>
                <a:ea typeface="Noto Sans CJK JP"/>
              </a:rPr>
              <a:t>正規化・完全一致照合</a:t>
            </a:r>
          </a:p>
        </p:txBody>
      </p:sp>
      <p:sp>
        <p:nvSpPr>
          <p:cNvPr id="77" name="枠｜"/>
          <p:cNvSpPr/>
          <p:nvPr/>
        </p:nvSpPr>
        <p:spPr>
          <a:xfrm>
            <a:off x="5953125" y="2228850"/>
            <a:ext cx="1905000" cy="1790700"/>
          </a:xfrm>
          <a:prstGeom prst="roundRect">
            <a:avLst>
              <a:gd name="adj" fmla="val 7000"/>
            </a:avLst>
          </a:prstGeom>
          <a:noFill/>
          <a:ln w="1524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文字｜e⁻ + CF₄ → e⁻ + CF₃ + F"/>
          <p:cNvSpPr txBox="1"/>
          <p:nvPr/>
        </p:nvSpPr>
        <p:spPr>
          <a:xfrm>
            <a:off x="6048375" y="2476500"/>
            <a:ext cx="1714500" cy="381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11111"/>
                </a:solidFill>
                <a:latin typeface="Noto Sans CJK JP"/>
              </a:defRPr>
            </a:pPr>
            <a:r>
              <a:rPr sz="1050" b="0">
                <a:solidFill>
                  <a:srgbClr val="111111"/>
                </a:solidFill>
                <a:latin typeface="Noto Sans CJK JP"/>
                <a:ea typeface="Noto Sans CJK JP"/>
              </a:rPr>
              <a:t>e⁻ + CF₄ → e⁻ + CF₃ + F</a:t>
            </a:r>
          </a:p>
        </p:txBody>
      </p:sp>
      <p:sp>
        <p:nvSpPr>
          <p:cNvPr id="79" name="文字｜✓ 一致"/>
          <p:cNvSpPr txBox="1"/>
          <p:nvPr/>
        </p:nvSpPr>
        <p:spPr>
          <a:xfrm>
            <a:off x="6296025" y="2867025"/>
            <a:ext cx="12192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0B873F"/>
                </a:solidFill>
                <a:latin typeface="Noto Sans CJK JP"/>
              </a:defRPr>
            </a:pPr>
            <a:r>
              <a:rPr sz="1650" b="1">
                <a:solidFill>
                  <a:srgbClr val="0B873F"/>
                </a:solidFill>
                <a:latin typeface="Noto Sans CJK JP"/>
                <a:ea typeface="Noto Sans CJK JP"/>
              </a:rPr>
              <a:t>✓ 一致</a:t>
            </a:r>
          </a:p>
        </p:txBody>
      </p:sp>
      <p:sp>
        <p:nvSpPr>
          <p:cNvPr id="80" name="文字｜CF₄ + e⁻ → F + CF₃ + e⁻"/>
          <p:cNvSpPr txBox="1"/>
          <p:nvPr/>
        </p:nvSpPr>
        <p:spPr>
          <a:xfrm>
            <a:off x="6038850" y="3276600"/>
            <a:ext cx="1724025" cy="381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6" b="0">
                <a:solidFill>
                  <a:srgbClr val="111111"/>
                </a:solidFill>
                <a:latin typeface="Noto Sans CJK JP"/>
              </a:defRPr>
            </a:pPr>
            <a:r>
              <a:rPr sz="1056" b="0">
                <a:solidFill>
                  <a:srgbClr val="111111"/>
                </a:solidFill>
                <a:latin typeface="Noto Sans CJK JP"/>
                <a:ea typeface="Noto Sans CJK JP"/>
              </a:rPr>
              <a:t>CF₄ + e⁻ → F + CF₃ + e⁻</a:t>
            </a:r>
          </a:p>
        </p:txBody>
      </p:sp>
      <p:sp>
        <p:nvSpPr>
          <p:cNvPr id="81" name="文字｜✓ 同じ反応"/>
          <p:cNvSpPr txBox="1"/>
          <p:nvPr/>
        </p:nvSpPr>
        <p:spPr>
          <a:xfrm>
            <a:off x="6124575" y="3648075"/>
            <a:ext cx="1571625" cy="285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0B873F"/>
                </a:solidFill>
                <a:latin typeface="Noto Sans CJK JP"/>
              </a:defRPr>
            </a:pPr>
            <a:r>
              <a:rPr sz="1650" b="1">
                <a:solidFill>
                  <a:srgbClr val="0B873F"/>
                </a:solidFill>
                <a:latin typeface="Noto Sans CJK JP"/>
                <a:ea typeface="Noto Sans CJK JP"/>
              </a:rPr>
              <a:t>✓ 同じ反応</a:t>
            </a:r>
          </a:p>
        </p:txBody>
      </p:sp>
      <p:cxnSp>
        <p:nvCxnSpPr>
          <p:cNvPr id="82" name="結合線・接続線"/>
          <p:cNvCxnSpPr/>
          <p:nvPr/>
        </p:nvCxnSpPr>
        <p:spPr>
          <a:xfrm>
            <a:off x="7867649" y="3190875"/>
            <a:ext cx="190501" cy="0"/>
          </a:xfrm>
          <a:prstGeom prst="line">
            <a:avLst/>
          </a:prstGeom>
          <a:ln w="20955">
            <a:solidFill>
              <a:srgbClr val="11111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文字｜準備済み登録簿"/>
          <p:cNvSpPr txBox="1"/>
          <p:nvPr/>
        </p:nvSpPr>
        <p:spPr>
          <a:xfrm>
            <a:off x="8058150" y="1752600"/>
            <a:ext cx="2028825" cy="381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11111"/>
                </a:solidFill>
                <a:latin typeface="Noto Sans CJK JP"/>
              </a:defRPr>
            </a:pPr>
            <a:r>
              <a:rPr sz="1800" b="1">
                <a:solidFill>
                  <a:srgbClr val="111111"/>
                </a:solidFill>
                <a:latin typeface="Noto Sans CJK JP"/>
                <a:ea typeface="Noto Sans CJK JP"/>
              </a:rPr>
              <a:t>準備済み登録簿</a:t>
            </a:r>
          </a:p>
        </p:txBody>
      </p:sp>
      <p:sp>
        <p:nvSpPr>
          <p:cNvPr id="84" name="枠｜"/>
          <p:cNvSpPr/>
          <p:nvPr/>
        </p:nvSpPr>
        <p:spPr>
          <a:xfrm>
            <a:off x="8077200" y="2124075"/>
            <a:ext cx="1981199" cy="1905000"/>
          </a:xfrm>
          <a:prstGeom prst="roundRect">
            <a:avLst>
              <a:gd name="adj" fmla="val 7000"/>
            </a:avLst>
          </a:prstGeom>
          <a:noFill/>
          <a:ln w="1524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表｜セル"/>
          <p:cNvSpPr/>
          <p:nvPr/>
        </p:nvSpPr>
        <p:spPr>
          <a:xfrm>
            <a:off x="8124824" y="2238375"/>
            <a:ext cx="360140" cy="295275"/>
          </a:xfrm>
          <a:prstGeom prst="rect">
            <a:avLst/>
          </a:prstGeom>
          <a:solidFill>
            <a:srgbClr val="F1F2F1"/>
          </a:solidFill>
          <a:ln w="7143">
            <a:solidFill>
              <a:srgbClr val="7B81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文字｜ID"/>
          <p:cNvSpPr txBox="1"/>
          <p:nvPr/>
        </p:nvSpPr>
        <p:spPr>
          <a:xfrm>
            <a:off x="8172450" y="2266950"/>
            <a:ext cx="264890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11111"/>
                </a:solidFill>
                <a:latin typeface="Noto Sans CJK JP"/>
              </a:defRPr>
            </a:pPr>
            <a:r>
              <a:rPr sz="1200" b="1">
                <a:solidFill>
                  <a:srgbClr val="111111"/>
                </a:solidFill>
                <a:latin typeface="Noto Sans CJK JP"/>
                <a:ea typeface="Noto Sans CJK JP"/>
              </a:rPr>
              <a:t>ID</a:t>
            </a:r>
          </a:p>
        </p:txBody>
      </p:sp>
      <p:sp>
        <p:nvSpPr>
          <p:cNvPr id="87" name="表｜セル"/>
          <p:cNvSpPr/>
          <p:nvPr/>
        </p:nvSpPr>
        <p:spPr>
          <a:xfrm>
            <a:off x="8484965" y="2238375"/>
            <a:ext cx="909828" cy="295275"/>
          </a:xfrm>
          <a:prstGeom prst="rect">
            <a:avLst/>
          </a:prstGeom>
          <a:solidFill>
            <a:srgbClr val="F1F2F1"/>
          </a:solidFill>
          <a:ln w="7143">
            <a:solidFill>
              <a:srgbClr val="7B81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文字｜反応"/>
          <p:cNvSpPr txBox="1"/>
          <p:nvPr/>
        </p:nvSpPr>
        <p:spPr>
          <a:xfrm>
            <a:off x="8532590" y="2266950"/>
            <a:ext cx="814577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11111"/>
                </a:solidFill>
                <a:latin typeface="Noto Sans CJK JP"/>
              </a:defRPr>
            </a:pPr>
            <a:r>
              <a:rPr sz="1200" b="1">
                <a:solidFill>
                  <a:srgbClr val="111111"/>
                </a:solidFill>
                <a:latin typeface="Noto Sans CJK JP"/>
                <a:ea typeface="Noto Sans CJK JP"/>
              </a:rPr>
              <a:t>反応</a:t>
            </a:r>
          </a:p>
        </p:txBody>
      </p:sp>
      <p:sp>
        <p:nvSpPr>
          <p:cNvPr id="89" name="表｜セル"/>
          <p:cNvSpPr/>
          <p:nvPr/>
        </p:nvSpPr>
        <p:spPr>
          <a:xfrm>
            <a:off x="9394793" y="2238375"/>
            <a:ext cx="625506" cy="295275"/>
          </a:xfrm>
          <a:prstGeom prst="rect">
            <a:avLst/>
          </a:prstGeom>
          <a:solidFill>
            <a:srgbClr val="F1F2F1"/>
          </a:solidFill>
          <a:ln w="7143">
            <a:solidFill>
              <a:srgbClr val="7B81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文字｜出典"/>
          <p:cNvSpPr txBox="1"/>
          <p:nvPr/>
        </p:nvSpPr>
        <p:spPr>
          <a:xfrm>
            <a:off x="9442418" y="2266950"/>
            <a:ext cx="530256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11111"/>
                </a:solidFill>
                <a:latin typeface="Noto Sans CJK JP"/>
              </a:defRPr>
            </a:pPr>
            <a:r>
              <a:rPr sz="1200" b="1">
                <a:solidFill>
                  <a:srgbClr val="111111"/>
                </a:solidFill>
                <a:latin typeface="Noto Sans CJK JP"/>
                <a:ea typeface="Noto Sans CJK JP"/>
              </a:rPr>
              <a:t>出典</a:t>
            </a:r>
          </a:p>
        </p:txBody>
      </p:sp>
      <p:sp>
        <p:nvSpPr>
          <p:cNvPr id="91" name="表｜セル"/>
          <p:cNvSpPr/>
          <p:nvPr/>
        </p:nvSpPr>
        <p:spPr>
          <a:xfrm>
            <a:off x="8124824" y="2533650"/>
            <a:ext cx="360140" cy="295275"/>
          </a:xfrm>
          <a:prstGeom prst="rect">
            <a:avLst/>
          </a:prstGeom>
          <a:solidFill>
            <a:srgbClr val="FFFFFF"/>
          </a:solidFill>
          <a:ln w="7143">
            <a:solidFill>
              <a:srgbClr val="7B81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文字｜R1"/>
          <p:cNvSpPr txBox="1"/>
          <p:nvPr/>
        </p:nvSpPr>
        <p:spPr>
          <a:xfrm>
            <a:off x="8172450" y="2562225"/>
            <a:ext cx="264890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11111"/>
                </a:solidFill>
                <a:latin typeface="Noto Sans CJK JP"/>
              </a:defRPr>
            </a:pPr>
            <a:r>
              <a:rPr sz="1200" b="0">
                <a:solidFill>
                  <a:srgbClr val="111111"/>
                </a:solidFill>
                <a:latin typeface="Noto Sans CJK JP"/>
                <a:ea typeface="Noto Sans CJK JP"/>
              </a:rPr>
              <a:t>R1</a:t>
            </a:r>
          </a:p>
        </p:txBody>
      </p:sp>
      <p:sp>
        <p:nvSpPr>
          <p:cNvPr id="93" name="表｜セル"/>
          <p:cNvSpPr/>
          <p:nvPr/>
        </p:nvSpPr>
        <p:spPr>
          <a:xfrm>
            <a:off x="8484965" y="2533650"/>
            <a:ext cx="909828" cy="295275"/>
          </a:xfrm>
          <a:prstGeom prst="rect">
            <a:avLst/>
          </a:prstGeom>
          <a:solidFill>
            <a:srgbClr val="FFFFFF"/>
          </a:solidFill>
          <a:ln w="7143">
            <a:solidFill>
              <a:srgbClr val="7B81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文字｜e⁻ + CF₄ →"/>
          <p:cNvSpPr txBox="1"/>
          <p:nvPr/>
        </p:nvSpPr>
        <p:spPr>
          <a:xfrm>
            <a:off x="8532590" y="2562225"/>
            <a:ext cx="814577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11" b="0">
                <a:solidFill>
                  <a:srgbClr val="111111"/>
                </a:solidFill>
                <a:latin typeface="Noto Sans CJK JP"/>
              </a:defRPr>
            </a:pPr>
            <a:r>
              <a:rPr sz="1011" b="0">
                <a:solidFill>
                  <a:srgbClr val="111111"/>
                </a:solidFill>
                <a:latin typeface="Noto Sans CJK JP"/>
                <a:ea typeface="Noto Sans CJK JP"/>
              </a:rPr>
              <a:t>e⁻ + CF₄ →</a:t>
            </a:r>
          </a:p>
        </p:txBody>
      </p:sp>
      <p:sp>
        <p:nvSpPr>
          <p:cNvPr id="95" name="表｜セル"/>
          <p:cNvSpPr/>
          <p:nvPr/>
        </p:nvSpPr>
        <p:spPr>
          <a:xfrm>
            <a:off x="9394793" y="2533650"/>
            <a:ext cx="625506" cy="295275"/>
          </a:xfrm>
          <a:prstGeom prst="rect">
            <a:avLst/>
          </a:prstGeom>
          <a:solidFill>
            <a:srgbClr val="FFFFFF"/>
          </a:solidFill>
          <a:ln w="7143">
            <a:solidFill>
              <a:srgbClr val="7B81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文字｜確認済"/>
          <p:cNvSpPr txBox="1"/>
          <p:nvPr/>
        </p:nvSpPr>
        <p:spPr>
          <a:xfrm>
            <a:off x="9442418" y="2562225"/>
            <a:ext cx="530256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11111"/>
                </a:solidFill>
                <a:latin typeface="Noto Sans CJK JP"/>
              </a:defRPr>
            </a:pPr>
            <a:r>
              <a:rPr sz="1200" b="0">
                <a:solidFill>
                  <a:srgbClr val="111111"/>
                </a:solidFill>
                <a:latin typeface="Noto Sans CJK JP"/>
                <a:ea typeface="Noto Sans CJK JP"/>
              </a:rPr>
              <a:t>確認済</a:t>
            </a:r>
          </a:p>
        </p:txBody>
      </p:sp>
      <p:sp>
        <p:nvSpPr>
          <p:cNvPr id="97" name="表｜セル"/>
          <p:cNvSpPr/>
          <p:nvPr/>
        </p:nvSpPr>
        <p:spPr>
          <a:xfrm>
            <a:off x="8124824" y="2828925"/>
            <a:ext cx="360140" cy="295275"/>
          </a:xfrm>
          <a:prstGeom prst="rect">
            <a:avLst/>
          </a:prstGeom>
          <a:solidFill>
            <a:srgbClr val="FFFFFF"/>
          </a:solidFill>
          <a:ln w="7143">
            <a:solidFill>
              <a:srgbClr val="7B81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文字｜"/>
          <p:cNvSpPr txBox="1"/>
          <p:nvPr/>
        </p:nvSpPr>
        <p:spPr>
          <a:xfrm>
            <a:off x="8172450" y="2857500"/>
            <a:ext cx="264890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11111"/>
                </a:solidFill>
                <a:latin typeface="Noto Sans CJK JP"/>
              </a:defRPr>
            </a:pPr>
          </a:p>
        </p:txBody>
      </p:sp>
      <p:sp>
        <p:nvSpPr>
          <p:cNvPr id="99" name="表｜セル"/>
          <p:cNvSpPr/>
          <p:nvPr/>
        </p:nvSpPr>
        <p:spPr>
          <a:xfrm>
            <a:off x="8484965" y="2828925"/>
            <a:ext cx="909828" cy="295275"/>
          </a:xfrm>
          <a:prstGeom prst="rect">
            <a:avLst/>
          </a:prstGeom>
          <a:solidFill>
            <a:srgbClr val="FFFFFF"/>
          </a:solidFill>
          <a:ln w="7143">
            <a:solidFill>
              <a:srgbClr val="7B81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文字｜e⁻ + CF₃ + F"/>
          <p:cNvSpPr txBox="1"/>
          <p:nvPr/>
        </p:nvSpPr>
        <p:spPr>
          <a:xfrm>
            <a:off x="8532590" y="2857500"/>
            <a:ext cx="814577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8" b="0">
                <a:solidFill>
                  <a:srgbClr val="111111"/>
                </a:solidFill>
                <a:latin typeface="Noto Sans CJK JP"/>
              </a:defRPr>
            </a:pPr>
            <a:r>
              <a:rPr sz="958" b="0">
                <a:solidFill>
                  <a:srgbClr val="111111"/>
                </a:solidFill>
                <a:latin typeface="Noto Sans CJK JP"/>
                <a:ea typeface="Noto Sans CJK JP"/>
              </a:rPr>
              <a:t>e⁻ + CF₃ + F</a:t>
            </a:r>
          </a:p>
        </p:txBody>
      </p:sp>
      <p:sp>
        <p:nvSpPr>
          <p:cNvPr id="101" name="表｜セル"/>
          <p:cNvSpPr/>
          <p:nvPr/>
        </p:nvSpPr>
        <p:spPr>
          <a:xfrm>
            <a:off x="9394793" y="2828925"/>
            <a:ext cx="625506" cy="295275"/>
          </a:xfrm>
          <a:prstGeom prst="rect">
            <a:avLst/>
          </a:prstGeom>
          <a:solidFill>
            <a:srgbClr val="FFFFFF"/>
          </a:solidFill>
          <a:ln w="7143">
            <a:solidFill>
              <a:srgbClr val="7B81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文字｜記録"/>
          <p:cNvSpPr txBox="1"/>
          <p:nvPr/>
        </p:nvSpPr>
        <p:spPr>
          <a:xfrm>
            <a:off x="9442418" y="2857500"/>
            <a:ext cx="530256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11111"/>
                </a:solidFill>
                <a:latin typeface="Noto Sans CJK JP"/>
              </a:defRPr>
            </a:pPr>
            <a:r>
              <a:rPr sz="1200" b="0">
                <a:solidFill>
                  <a:srgbClr val="111111"/>
                </a:solidFill>
                <a:latin typeface="Noto Sans CJK JP"/>
                <a:ea typeface="Noto Sans CJK JP"/>
              </a:rPr>
              <a:t>記録</a:t>
            </a:r>
          </a:p>
        </p:txBody>
      </p:sp>
      <p:sp>
        <p:nvSpPr>
          <p:cNvPr id="103" name="表｜セル"/>
          <p:cNvSpPr/>
          <p:nvPr/>
        </p:nvSpPr>
        <p:spPr>
          <a:xfrm>
            <a:off x="8124824" y="3124200"/>
            <a:ext cx="360140" cy="295275"/>
          </a:xfrm>
          <a:prstGeom prst="rect">
            <a:avLst/>
          </a:prstGeom>
          <a:solidFill>
            <a:srgbClr val="FFFFFF"/>
          </a:solidFill>
          <a:ln w="7143">
            <a:solidFill>
              <a:srgbClr val="7B81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文字｜…"/>
          <p:cNvSpPr txBox="1"/>
          <p:nvPr/>
        </p:nvSpPr>
        <p:spPr>
          <a:xfrm>
            <a:off x="8172450" y="3152775"/>
            <a:ext cx="264890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11111"/>
                </a:solidFill>
                <a:latin typeface="Noto Sans CJK JP"/>
              </a:defRPr>
            </a:pPr>
            <a:r>
              <a:rPr sz="1200" b="0">
                <a:solidFill>
                  <a:srgbClr val="111111"/>
                </a:solidFill>
                <a:latin typeface="Noto Sans CJK JP"/>
                <a:ea typeface="Noto Sans CJK JP"/>
              </a:rPr>
              <a:t>…</a:t>
            </a:r>
          </a:p>
        </p:txBody>
      </p:sp>
      <p:sp>
        <p:nvSpPr>
          <p:cNvPr id="105" name="表｜セル"/>
          <p:cNvSpPr/>
          <p:nvPr/>
        </p:nvSpPr>
        <p:spPr>
          <a:xfrm>
            <a:off x="8484965" y="3124200"/>
            <a:ext cx="909828" cy="295275"/>
          </a:xfrm>
          <a:prstGeom prst="rect">
            <a:avLst/>
          </a:prstGeom>
          <a:solidFill>
            <a:srgbClr val="FFFFFF"/>
          </a:solidFill>
          <a:ln w="7143">
            <a:solidFill>
              <a:srgbClr val="7B81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文字｜…"/>
          <p:cNvSpPr txBox="1"/>
          <p:nvPr/>
        </p:nvSpPr>
        <p:spPr>
          <a:xfrm>
            <a:off x="8532590" y="3152775"/>
            <a:ext cx="814577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11111"/>
                </a:solidFill>
                <a:latin typeface="Noto Sans CJK JP"/>
              </a:defRPr>
            </a:pPr>
            <a:r>
              <a:rPr sz="1200" b="0">
                <a:solidFill>
                  <a:srgbClr val="111111"/>
                </a:solidFill>
                <a:latin typeface="Noto Sans CJK JP"/>
                <a:ea typeface="Noto Sans CJK JP"/>
              </a:rPr>
              <a:t>…</a:t>
            </a:r>
          </a:p>
        </p:txBody>
      </p:sp>
      <p:sp>
        <p:nvSpPr>
          <p:cNvPr id="107" name="表｜セル"/>
          <p:cNvSpPr/>
          <p:nvPr/>
        </p:nvSpPr>
        <p:spPr>
          <a:xfrm>
            <a:off x="9394793" y="3124200"/>
            <a:ext cx="625506" cy="295275"/>
          </a:xfrm>
          <a:prstGeom prst="rect">
            <a:avLst/>
          </a:prstGeom>
          <a:solidFill>
            <a:srgbClr val="FFFFFF"/>
          </a:solidFill>
          <a:ln w="7143">
            <a:solidFill>
              <a:srgbClr val="7B81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文字｜…"/>
          <p:cNvSpPr txBox="1"/>
          <p:nvPr/>
        </p:nvSpPr>
        <p:spPr>
          <a:xfrm>
            <a:off x="9442418" y="3152775"/>
            <a:ext cx="530256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11111"/>
                </a:solidFill>
                <a:latin typeface="Noto Sans CJK JP"/>
              </a:defRPr>
            </a:pPr>
            <a:r>
              <a:rPr sz="1200" b="0">
                <a:solidFill>
                  <a:srgbClr val="111111"/>
                </a:solidFill>
                <a:latin typeface="Noto Sans CJK JP"/>
                <a:ea typeface="Noto Sans CJK JP"/>
              </a:rPr>
              <a:t>…</a:t>
            </a:r>
          </a:p>
        </p:txBody>
      </p:sp>
      <p:cxnSp>
        <p:nvCxnSpPr>
          <p:cNvPr id="109" name="結合線・接続線"/>
          <p:cNvCxnSpPr/>
          <p:nvPr/>
        </p:nvCxnSpPr>
        <p:spPr>
          <a:xfrm>
            <a:off x="10077450" y="3038475"/>
            <a:ext cx="142875" cy="0"/>
          </a:xfrm>
          <a:prstGeom prst="line">
            <a:avLst/>
          </a:prstGeom>
          <a:ln w="20955">
            <a:solidFill>
              <a:srgbClr val="11111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枠｜"/>
          <p:cNvSpPr/>
          <p:nvPr/>
        </p:nvSpPr>
        <p:spPr>
          <a:xfrm>
            <a:off x="10229850" y="2257425"/>
            <a:ext cx="1143000" cy="1400175"/>
          </a:xfrm>
          <a:prstGeom prst="roundRect">
            <a:avLst>
              <a:gd name="adj" fmla="val 7000"/>
            </a:avLst>
          </a:prstGeom>
          <a:solidFill>
            <a:srgbClr val="FFF9E9"/>
          </a:solidFill>
          <a:ln w="1524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文字｜レビュー"/>
          <p:cNvSpPr txBox="1"/>
          <p:nvPr/>
        </p:nvSpPr>
        <p:spPr>
          <a:xfrm>
            <a:off x="10287000" y="2286000"/>
            <a:ext cx="1028700" cy="3524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25" b="1">
                <a:solidFill>
                  <a:srgbClr val="111111"/>
                </a:solidFill>
                <a:latin typeface="Noto Sans CJK JP"/>
              </a:defRPr>
            </a:pPr>
            <a:r>
              <a:rPr sz="1725" b="1">
                <a:solidFill>
                  <a:srgbClr val="111111"/>
                </a:solidFill>
                <a:latin typeface="Noto Sans CJK JP"/>
                <a:ea typeface="Noto Sans CJK JP"/>
              </a:rPr>
              <a:t>レビュー</a:t>
            </a:r>
          </a:p>
        </p:txBody>
      </p:sp>
      <p:sp>
        <p:nvSpPr>
          <p:cNvPr id="112" name="文字｜• 整合性&#10;• 不一致解消&#10;• 不確かさ"/>
          <p:cNvSpPr txBox="1"/>
          <p:nvPr/>
        </p:nvSpPr>
        <p:spPr>
          <a:xfrm>
            <a:off x="10296525" y="2695575"/>
            <a:ext cx="1009650" cy="8477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111111"/>
                </a:solidFill>
                <a:latin typeface="Noto Sans CJK JP"/>
              </a:defRPr>
            </a:pPr>
            <a:r>
              <a:rPr sz="1125" b="0">
                <a:solidFill>
                  <a:srgbClr val="111111"/>
                </a:solidFill>
                <a:latin typeface="Noto Sans CJK JP"/>
                <a:ea typeface="Noto Sans CJK JP"/>
              </a:rPr>
              <a:t>• 整合性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111111"/>
                </a:solidFill>
                <a:latin typeface="Noto Sans CJK JP"/>
              </a:defRPr>
            </a:pPr>
            <a:r>
              <a:rPr sz="1125" b="0">
                <a:solidFill>
                  <a:srgbClr val="111111"/>
                </a:solidFill>
                <a:latin typeface="Noto Sans CJK JP"/>
                <a:ea typeface="Noto Sans CJK JP"/>
              </a:rPr>
              <a:t>• 不一致解消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111111"/>
                </a:solidFill>
                <a:latin typeface="Noto Sans CJK JP"/>
              </a:defRPr>
            </a:pPr>
            <a:r>
              <a:rPr sz="1125" b="0">
                <a:solidFill>
                  <a:srgbClr val="111111"/>
                </a:solidFill>
                <a:latin typeface="Noto Sans CJK JP"/>
                <a:ea typeface="Noto Sans CJK JP"/>
              </a:rPr>
              <a:t>• 不確かさ</a:t>
            </a:r>
          </a:p>
        </p:txBody>
      </p:sp>
      <p:cxnSp>
        <p:nvCxnSpPr>
          <p:cNvPr id="113" name="結合線・接続線"/>
          <p:cNvCxnSpPr/>
          <p:nvPr/>
        </p:nvCxnSpPr>
        <p:spPr>
          <a:xfrm>
            <a:off x="11391900" y="3038475"/>
            <a:ext cx="85725" cy="0"/>
          </a:xfrm>
          <a:prstGeom prst="line">
            <a:avLst/>
          </a:prstGeom>
          <a:ln w="20955">
            <a:solidFill>
              <a:srgbClr val="11111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枠｜"/>
          <p:cNvSpPr/>
          <p:nvPr/>
        </p:nvSpPr>
        <p:spPr>
          <a:xfrm>
            <a:off x="11496675" y="2257425"/>
            <a:ext cx="1162050" cy="1400175"/>
          </a:xfrm>
          <a:prstGeom prst="roundRect">
            <a:avLst>
              <a:gd name="adj" fmla="val 7000"/>
            </a:avLst>
          </a:prstGeom>
          <a:solidFill>
            <a:srgbClr val="EAF5FC"/>
          </a:solidFill>
          <a:ln w="1524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文字｜明示的に&#10;登録へ反映"/>
          <p:cNvSpPr txBox="1"/>
          <p:nvPr/>
        </p:nvSpPr>
        <p:spPr>
          <a:xfrm>
            <a:off x="11544300" y="2305050"/>
            <a:ext cx="1066800" cy="552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111111"/>
                </a:solidFill>
                <a:latin typeface="Noto Sans CJK JP"/>
              </a:defRPr>
            </a:pPr>
            <a:r>
              <a:rPr sz="1575" b="1">
                <a:solidFill>
                  <a:srgbClr val="111111"/>
                </a:solidFill>
                <a:latin typeface="Noto Sans CJK JP"/>
                <a:ea typeface="Noto Sans CJK JP"/>
              </a:rPr>
              <a:t>明示的に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111111"/>
                </a:solidFill>
                <a:latin typeface="Noto Sans CJK JP"/>
              </a:defRPr>
            </a:pPr>
            <a:r>
              <a:rPr sz="1575" b="1">
                <a:solidFill>
                  <a:srgbClr val="111111"/>
                </a:solidFill>
                <a:latin typeface="Noto Sans CJK JP"/>
                <a:ea typeface="Noto Sans CJK JP"/>
              </a:rPr>
              <a:t>登録へ反映</a:t>
            </a:r>
          </a:p>
        </p:txBody>
      </p:sp>
      <p:sp>
        <p:nvSpPr>
          <p:cNvPr id="116" name="文字｜• 採用承認&#10;• 付随情報&#10;• 版を付与"/>
          <p:cNvSpPr txBox="1"/>
          <p:nvPr/>
        </p:nvSpPr>
        <p:spPr>
          <a:xfrm>
            <a:off x="11572875" y="2914650"/>
            <a:ext cx="1009650" cy="628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111111"/>
                </a:solidFill>
                <a:latin typeface="Noto Sans CJK JP"/>
              </a:defRPr>
            </a:pPr>
            <a:r>
              <a:rPr sz="1125" b="0">
                <a:solidFill>
                  <a:srgbClr val="111111"/>
                </a:solidFill>
                <a:latin typeface="Noto Sans CJK JP"/>
                <a:ea typeface="Noto Sans CJK JP"/>
              </a:rPr>
              <a:t>• 採用承認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111111"/>
                </a:solidFill>
                <a:latin typeface="Noto Sans CJK JP"/>
              </a:defRPr>
            </a:pPr>
            <a:r>
              <a:rPr sz="1125" b="0">
                <a:solidFill>
                  <a:srgbClr val="111111"/>
                </a:solidFill>
                <a:latin typeface="Noto Sans CJK JP"/>
                <a:ea typeface="Noto Sans CJK JP"/>
              </a:rPr>
              <a:t>• 付随情報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111111"/>
                </a:solidFill>
                <a:latin typeface="Noto Sans CJK JP"/>
              </a:defRPr>
            </a:pPr>
            <a:r>
              <a:rPr sz="1125" b="0">
                <a:solidFill>
                  <a:srgbClr val="111111"/>
                </a:solidFill>
                <a:latin typeface="Noto Sans CJK JP"/>
                <a:ea typeface="Noto Sans CJK JP"/>
              </a:rPr>
              <a:t>• 版を付与</a:t>
            </a:r>
          </a:p>
        </p:txBody>
      </p:sp>
      <p:cxnSp>
        <p:nvCxnSpPr>
          <p:cNvPr id="117" name="結合線・接続線"/>
          <p:cNvCxnSpPr/>
          <p:nvPr/>
        </p:nvCxnSpPr>
        <p:spPr>
          <a:xfrm>
            <a:off x="12677775" y="3038475"/>
            <a:ext cx="133350" cy="0"/>
          </a:xfrm>
          <a:prstGeom prst="line">
            <a:avLst/>
          </a:prstGeom>
          <a:ln w="20955">
            <a:solidFill>
              <a:srgbClr val="11111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文字｜管理済み登録簿"/>
          <p:cNvSpPr txBox="1"/>
          <p:nvPr/>
        </p:nvSpPr>
        <p:spPr>
          <a:xfrm>
            <a:off x="12734925" y="1752600"/>
            <a:ext cx="1857375" cy="381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25" b="1">
                <a:solidFill>
                  <a:srgbClr val="111111"/>
                </a:solidFill>
                <a:latin typeface="Noto Sans CJK JP"/>
              </a:defRPr>
            </a:pPr>
            <a:r>
              <a:rPr sz="1725" b="1">
                <a:solidFill>
                  <a:srgbClr val="111111"/>
                </a:solidFill>
                <a:latin typeface="Noto Sans CJK JP"/>
                <a:ea typeface="Noto Sans CJK JP"/>
              </a:rPr>
              <a:t>管理済み登録簿</a:t>
            </a:r>
          </a:p>
        </p:txBody>
      </p:sp>
      <p:sp>
        <p:nvSpPr>
          <p:cNvPr id="119" name="枠｜"/>
          <p:cNvSpPr/>
          <p:nvPr/>
        </p:nvSpPr>
        <p:spPr>
          <a:xfrm>
            <a:off x="12820650" y="2124075"/>
            <a:ext cx="1704975" cy="1657350"/>
          </a:xfrm>
          <a:prstGeom prst="roundRect">
            <a:avLst>
              <a:gd name="adj" fmla="val 7000"/>
            </a:avLst>
          </a:prstGeom>
          <a:solidFill>
            <a:srgbClr val="F6FBF5"/>
          </a:solidFill>
          <a:ln w="1524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表｜セル"/>
          <p:cNvSpPr/>
          <p:nvPr/>
        </p:nvSpPr>
        <p:spPr>
          <a:xfrm>
            <a:off x="12868275" y="2238375"/>
            <a:ext cx="305847" cy="295275"/>
          </a:xfrm>
          <a:prstGeom prst="rect">
            <a:avLst/>
          </a:prstGeom>
          <a:solidFill>
            <a:srgbClr val="F1F2F1"/>
          </a:solidFill>
          <a:ln w="7143">
            <a:solidFill>
              <a:srgbClr val="7B81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文字｜ID"/>
          <p:cNvSpPr txBox="1"/>
          <p:nvPr/>
        </p:nvSpPr>
        <p:spPr>
          <a:xfrm>
            <a:off x="12915900" y="2266950"/>
            <a:ext cx="210597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11111"/>
                </a:solidFill>
                <a:latin typeface="Noto Sans CJK JP"/>
              </a:defRPr>
            </a:pPr>
            <a:r>
              <a:rPr sz="1050" b="1">
                <a:solidFill>
                  <a:srgbClr val="111111"/>
                </a:solidFill>
                <a:latin typeface="Noto Sans CJK JP"/>
                <a:ea typeface="Noto Sans CJK JP"/>
              </a:rPr>
              <a:t>ID</a:t>
            </a:r>
          </a:p>
        </p:txBody>
      </p:sp>
      <p:sp>
        <p:nvSpPr>
          <p:cNvPr id="122" name="表｜セル"/>
          <p:cNvSpPr/>
          <p:nvPr/>
        </p:nvSpPr>
        <p:spPr>
          <a:xfrm>
            <a:off x="13174122" y="2238375"/>
            <a:ext cx="820959" cy="295275"/>
          </a:xfrm>
          <a:prstGeom prst="rect">
            <a:avLst/>
          </a:prstGeom>
          <a:solidFill>
            <a:srgbClr val="F1F2F1"/>
          </a:solidFill>
          <a:ln w="7143">
            <a:solidFill>
              <a:srgbClr val="7B81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文字｜反応"/>
          <p:cNvSpPr txBox="1"/>
          <p:nvPr/>
        </p:nvSpPr>
        <p:spPr>
          <a:xfrm>
            <a:off x="13221747" y="2266950"/>
            <a:ext cx="725709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11111"/>
                </a:solidFill>
                <a:latin typeface="Noto Sans CJK JP"/>
              </a:defRPr>
            </a:pPr>
            <a:r>
              <a:rPr sz="1050" b="1">
                <a:solidFill>
                  <a:srgbClr val="111111"/>
                </a:solidFill>
                <a:latin typeface="Noto Sans CJK JP"/>
                <a:ea typeface="Noto Sans CJK JP"/>
              </a:rPr>
              <a:t>反応</a:t>
            </a:r>
          </a:p>
        </p:txBody>
      </p:sp>
      <p:sp>
        <p:nvSpPr>
          <p:cNvPr id="124" name="表｜セル"/>
          <p:cNvSpPr/>
          <p:nvPr/>
        </p:nvSpPr>
        <p:spPr>
          <a:xfrm>
            <a:off x="13995082" y="2238375"/>
            <a:ext cx="482917" cy="295275"/>
          </a:xfrm>
          <a:prstGeom prst="rect">
            <a:avLst/>
          </a:prstGeom>
          <a:solidFill>
            <a:srgbClr val="F1F2F1"/>
          </a:solidFill>
          <a:ln w="7143">
            <a:solidFill>
              <a:srgbClr val="7B81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文字｜状態"/>
          <p:cNvSpPr txBox="1"/>
          <p:nvPr/>
        </p:nvSpPr>
        <p:spPr>
          <a:xfrm>
            <a:off x="14042707" y="2266950"/>
            <a:ext cx="387667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11111"/>
                </a:solidFill>
                <a:latin typeface="Noto Sans CJK JP"/>
              </a:defRPr>
            </a:pPr>
            <a:r>
              <a:rPr sz="1050" b="1">
                <a:solidFill>
                  <a:srgbClr val="111111"/>
                </a:solidFill>
                <a:latin typeface="Noto Sans CJK JP"/>
                <a:ea typeface="Noto Sans CJK JP"/>
              </a:rPr>
              <a:t>状態</a:t>
            </a:r>
          </a:p>
        </p:txBody>
      </p:sp>
      <p:sp>
        <p:nvSpPr>
          <p:cNvPr id="126" name="表｜セル"/>
          <p:cNvSpPr/>
          <p:nvPr/>
        </p:nvSpPr>
        <p:spPr>
          <a:xfrm>
            <a:off x="12868275" y="2533650"/>
            <a:ext cx="305847" cy="295275"/>
          </a:xfrm>
          <a:prstGeom prst="rect">
            <a:avLst/>
          </a:prstGeom>
          <a:solidFill>
            <a:srgbClr val="FFFFFF"/>
          </a:solidFill>
          <a:ln w="7143">
            <a:solidFill>
              <a:srgbClr val="7B81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文字｜R1"/>
          <p:cNvSpPr txBox="1"/>
          <p:nvPr/>
        </p:nvSpPr>
        <p:spPr>
          <a:xfrm>
            <a:off x="12915900" y="2562225"/>
            <a:ext cx="210597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11111"/>
                </a:solidFill>
                <a:latin typeface="Noto Sans CJK JP"/>
              </a:defRPr>
            </a:pPr>
            <a:r>
              <a:rPr sz="1050" b="0">
                <a:solidFill>
                  <a:srgbClr val="111111"/>
                </a:solidFill>
                <a:latin typeface="Noto Sans CJK JP"/>
                <a:ea typeface="Noto Sans CJK JP"/>
              </a:rPr>
              <a:t>R1</a:t>
            </a:r>
          </a:p>
        </p:txBody>
      </p:sp>
      <p:sp>
        <p:nvSpPr>
          <p:cNvPr id="128" name="表｜セル"/>
          <p:cNvSpPr/>
          <p:nvPr/>
        </p:nvSpPr>
        <p:spPr>
          <a:xfrm>
            <a:off x="13174122" y="2533650"/>
            <a:ext cx="820959" cy="295275"/>
          </a:xfrm>
          <a:prstGeom prst="rect">
            <a:avLst/>
          </a:prstGeom>
          <a:solidFill>
            <a:srgbClr val="FFFFFF"/>
          </a:solidFill>
          <a:ln w="7143">
            <a:solidFill>
              <a:srgbClr val="7B81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文字｜e⁻ + CF₄ →"/>
          <p:cNvSpPr txBox="1"/>
          <p:nvPr/>
        </p:nvSpPr>
        <p:spPr>
          <a:xfrm>
            <a:off x="13221747" y="2562225"/>
            <a:ext cx="725709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94" b="0">
                <a:solidFill>
                  <a:srgbClr val="111111"/>
                </a:solidFill>
                <a:latin typeface="Noto Sans CJK JP"/>
              </a:defRPr>
            </a:pPr>
            <a:r>
              <a:rPr sz="894" b="0">
                <a:solidFill>
                  <a:srgbClr val="111111"/>
                </a:solidFill>
                <a:latin typeface="Noto Sans CJK JP"/>
                <a:ea typeface="Noto Sans CJK JP"/>
              </a:rPr>
              <a:t>e⁻ + CF₄ →</a:t>
            </a:r>
          </a:p>
        </p:txBody>
      </p:sp>
      <p:sp>
        <p:nvSpPr>
          <p:cNvPr id="130" name="表｜セル"/>
          <p:cNvSpPr/>
          <p:nvPr/>
        </p:nvSpPr>
        <p:spPr>
          <a:xfrm>
            <a:off x="13995082" y="2533650"/>
            <a:ext cx="482917" cy="295275"/>
          </a:xfrm>
          <a:prstGeom prst="rect">
            <a:avLst/>
          </a:prstGeom>
          <a:solidFill>
            <a:srgbClr val="FFFFFF"/>
          </a:solidFill>
          <a:ln w="7143">
            <a:solidFill>
              <a:srgbClr val="7B81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文字｜確認済"/>
          <p:cNvSpPr txBox="1"/>
          <p:nvPr/>
        </p:nvSpPr>
        <p:spPr>
          <a:xfrm>
            <a:off x="14042707" y="2562225"/>
            <a:ext cx="387667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92" b="0">
                <a:solidFill>
                  <a:srgbClr val="111111"/>
                </a:solidFill>
                <a:latin typeface="Noto Sans CJK JP"/>
              </a:defRPr>
            </a:pPr>
            <a:r>
              <a:rPr sz="892" b="0">
                <a:solidFill>
                  <a:srgbClr val="111111"/>
                </a:solidFill>
                <a:latin typeface="Noto Sans CJK JP"/>
                <a:ea typeface="Noto Sans CJK JP"/>
              </a:rPr>
              <a:t>確認済</a:t>
            </a:r>
          </a:p>
        </p:txBody>
      </p:sp>
      <p:sp>
        <p:nvSpPr>
          <p:cNvPr id="132" name="表｜セル"/>
          <p:cNvSpPr/>
          <p:nvPr/>
        </p:nvSpPr>
        <p:spPr>
          <a:xfrm>
            <a:off x="12868275" y="2828925"/>
            <a:ext cx="305847" cy="295275"/>
          </a:xfrm>
          <a:prstGeom prst="rect">
            <a:avLst/>
          </a:prstGeom>
          <a:solidFill>
            <a:srgbClr val="FFFFFF"/>
          </a:solidFill>
          <a:ln w="7143">
            <a:solidFill>
              <a:srgbClr val="7B81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文字｜"/>
          <p:cNvSpPr txBox="1"/>
          <p:nvPr/>
        </p:nvSpPr>
        <p:spPr>
          <a:xfrm>
            <a:off x="12915900" y="2857500"/>
            <a:ext cx="210597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11111"/>
                </a:solidFill>
                <a:latin typeface="Noto Sans CJK JP"/>
              </a:defRPr>
            </a:pPr>
          </a:p>
        </p:txBody>
      </p:sp>
      <p:sp>
        <p:nvSpPr>
          <p:cNvPr id="134" name="表｜セル"/>
          <p:cNvSpPr/>
          <p:nvPr/>
        </p:nvSpPr>
        <p:spPr>
          <a:xfrm>
            <a:off x="13174122" y="2828925"/>
            <a:ext cx="820959" cy="295275"/>
          </a:xfrm>
          <a:prstGeom prst="rect">
            <a:avLst/>
          </a:prstGeom>
          <a:solidFill>
            <a:srgbClr val="FFFFFF"/>
          </a:solidFill>
          <a:ln w="7143">
            <a:solidFill>
              <a:srgbClr val="7B81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文字｜e⁻ + CF₃ + F"/>
          <p:cNvSpPr txBox="1"/>
          <p:nvPr/>
        </p:nvSpPr>
        <p:spPr>
          <a:xfrm>
            <a:off x="13221747" y="2857500"/>
            <a:ext cx="725709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47" b="0">
                <a:solidFill>
                  <a:srgbClr val="111111"/>
                </a:solidFill>
                <a:latin typeface="Noto Sans CJK JP"/>
              </a:defRPr>
            </a:pPr>
            <a:r>
              <a:rPr sz="847" b="0">
                <a:solidFill>
                  <a:srgbClr val="111111"/>
                </a:solidFill>
                <a:latin typeface="Noto Sans CJK JP"/>
                <a:ea typeface="Noto Sans CJK JP"/>
              </a:rPr>
              <a:t>e⁻ + CF₃ + F</a:t>
            </a:r>
          </a:p>
        </p:txBody>
      </p:sp>
      <p:sp>
        <p:nvSpPr>
          <p:cNvPr id="136" name="表｜セル"/>
          <p:cNvSpPr/>
          <p:nvPr/>
        </p:nvSpPr>
        <p:spPr>
          <a:xfrm>
            <a:off x="13995082" y="2828925"/>
            <a:ext cx="482917" cy="295275"/>
          </a:xfrm>
          <a:prstGeom prst="rect">
            <a:avLst/>
          </a:prstGeom>
          <a:solidFill>
            <a:srgbClr val="FFFFFF"/>
          </a:solidFill>
          <a:ln w="7143">
            <a:solidFill>
              <a:srgbClr val="7B81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文字｜"/>
          <p:cNvSpPr txBox="1"/>
          <p:nvPr/>
        </p:nvSpPr>
        <p:spPr>
          <a:xfrm>
            <a:off x="14042707" y="2857500"/>
            <a:ext cx="387667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11111"/>
                </a:solidFill>
                <a:latin typeface="Noto Sans CJK JP"/>
              </a:defRPr>
            </a:pPr>
          </a:p>
        </p:txBody>
      </p:sp>
      <p:sp>
        <p:nvSpPr>
          <p:cNvPr id="138" name="表｜セル"/>
          <p:cNvSpPr/>
          <p:nvPr/>
        </p:nvSpPr>
        <p:spPr>
          <a:xfrm>
            <a:off x="12868275" y="3124200"/>
            <a:ext cx="305847" cy="295275"/>
          </a:xfrm>
          <a:prstGeom prst="rect">
            <a:avLst/>
          </a:prstGeom>
          <a:solidFill>
            <a:srgbClr val="FFFFFF"/>
          </a:solidFill>
          <a:ln w="7143">
            <a:solidFill>
              <a:srgbClr val="7B81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文字｜…"/>
          <p:cNvSpPr txBox="1"/>
          <p:nvPr/>
        </p:nvSpPr>
        <p:spPr>
          <a:xfrm>
            <a:off x="12915900" y="3152775"/>
            <a:ext cx="210597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11111"/>
                </a:solidFill>
                <a:latin typeface="Noto Sans CJK JP"/>
              </a:defRPr>
            </a:pPr>
            <a:r>
              <a:rPr sz="1050" b="0">
                <a:solidFill>
                  <a:srgbClr val="111111"/>
                </a:solidFill>
                <a:latin typeface="Noto Sans CJK JP"/>
                <a:ea typeface="Noto Sans CJK JP"/>
              </a:rPr>
              <a:t>…</a:t>
            </a:r>
          </a:p>
        </p:txBody>
      </p:sp>
      <p:sp>
        <p:nvSpPr>
          <p:cNvPr id="140" name="表｜セル"/>
          <p:cNvSpPr/>
          <p:nvPr/>
        </p:nvSpPr>
        <p:spPr>
          <a:xfrm>
            <a:off x="13174122" y="3124200"/>
            <a:ext cx="820959" cy="295275"/>
          </a:xfrm>
          <a:prstGeom prst="rect">
            <a:avLst/>
          </a:prstGeom>
          <a:solidFill>
            <a:srgbClr val="FFFFFF"/>
          </a:solidFill>
          <a:ln w="7143">
            <a:solidFill>
              <a:srgbClr val="7B81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文字｜…"/>
          <p:cNvSpPr txBox="1"/>
          <p:nvPr/>
        </p:nvSpPr>
        <p:spPr>
          <a:xfrm>
            <a:off x="13221747" y="3152775"/>
            <a:ext cx="725709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11111"/>
                </a:solidFill>
                <a:latin typeface="Noto Sans CJK JP"/>
              </a:defRPr>
            </a:pPr>
            <a:r>
              <a:rPr sz="1050" b="0">
                <a:solidFill>
                  <a:srgbClr val="111111"/>
                </a:solidFill>
                <a:latin typeface="Noto Sans CJK JP"/>
                <a:ea typeface="Noto Sans CJK JP"/>
              </a:rPr>
              <a:t>…</a:t>
            </a:r>
          </a:p>
        </p:txBody>
      </p:sp>
      <p:sp>
        <p:nvSpPr>
          <p:cNvPr id="142" name="表｜セル"/>
          <p:cNvSpPr/>
          <p:nvPr/>
        </p:nvSpPr>
        <p:spPr>
          <a:xfrm>
            <a:off x="13995082" y="3124200"/>
            <a:ext cx="482917" cy="295275"/>
          </a:xfrm>
          <a:prstGeom prst="rect">
            <a:avLst/>
          </a:prstGeom>
          <a:solidFill>
            <a:srgbClr val="FFFFFF"/>
          </a:solidFill>
          <a:ln w="7143">
            <a:solidFill>
              <a:srgbClr val="7B81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文字｜…"/>
          <p:cNvSpPr txBox="1"/>
          <p:nvPr/>
        </p:nvSpPr>
        <p:spPr>
          <a:xfrm>
            <a:off x="14042707" y="3152775"/>
            <a:ext cx="387667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11111"/>
                </a:solidFill>
                <a:latin typeface="Noto Sans CJK JP"/>
              </a:defRPr>
            </a:pPr>
            <a:r>
              <a:rPr sz="1050" b="0">
                <a:solidFill>
                  <a:srgbClr val="111111"/>
                </a:solidFill>
                <a:latin typeface="Noto Sans CJK JP"/>
                <a:ea typeface="Noto Sans CJK JP"/>
              </a:rPr>
              <a:t>…</a:t>
            </a:r>
          </a:p>
        </p:txBody>
      </p:sp>
      <p:sp>
        <p:nvSpPr>
          <p:cNvPr id="144" name="曲線矢印"/>
          <p:cNvSpPr/>
          <p:nvPr/>
        </p:nvSpPr>
        <p:spPr>
          <a:xfrm>
            <a:off x="8886825" y="4029075"/>
            <a:ext cx="1828800" cy="514350"/>
          </a:xfrm>
          <a:custGeom>
            <a:avLst/>
            <a:gdLst/>
            <a:ahLst/>
            <a:cxnLst/>
            <a:rect l="0" t="0" r="w" b="h"/>
            <a:pathLst>
              <a:path w="100000" h="100000" fill="none" stroke="1">
                <a:moveTo>
                  <a:pt x="2604" y="0"/>
                </a:moveTo>
                <a:cubicBezTo>
                  <a:pt x="2604" y="37037"/>
                  <a:pt x="0" y="66667"/>
                  <a:pt x="12500" y="66667"/>
                </a:cubicBezTo>
                <a:cubicBezTo>
                  <a:pt x="36979" y="66667"/>
                  <a:pt x="66146" y="66667"/>
                  <a:pt x="97917" y="66667"/>
                </a:cubicBezTo>
                <a:cubicBezTo>
                  <a:pt x="100000" y="66667"/>
                  <a:pt x="99479" y="85185"/>
                  <a:pt x="99479" y="100000"/>
                </a:cubicBezTo>
              </a:path>
            </a:pathLst>
          </a:custGeom>
          <a:noFill/>
          <a:ln w="20955">
            <a:solidFill>
              <a:srgbClr val="111111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文字｜曖昧な対応"/>
          <p:cNvSpPr txBox="1"/>
          <p:nvPr/>
        </p:nvSpPr>
        <p:spPr>
          <a:xfrm>
            <a:off x="9210675" y="4076699"/>
            <a:ext cx="1619250" cy="2762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111111"/>
                </a:solidFill>
                <a:latin typeface="Noto Sans CJK JP"/>
              </a:defRPr>
            </a:pPr>
            <a:r>
              <a:rPr sz="1350" b="0">
                <a:solidFill>
                  <a:srgbClr val="111111"/>
                </a:solidFill>
                <a:latin typeface="Noto Sans CJK JP"/>
                <a:ea typeface="Noto Sans CJK JP"/>
              </a:rPr>
              <a:t>曖昧な対応</a:t>
            </a:r>
          </a:p>
        </p:txBody>
      </p:sp>
      <p:sp>
        <p:nvSpPr>
          <p:cNvPr id="146" name="枠｜"/>
          <p:cNvSpPr/>
          <p:nvPr/>
        </p:nvSpPr>
        <p:spPr>
          <a:xfrm>
            <a:off x="9553575" y="4543425"/>
            <a:ext cx="2533650" cy="1228725"/>
          </a:xfrm>
          <a:prstGeom prst="roundRect">
            <a:avLst>
              <a:gd name="adj" fmla="val 7000"/>
            </a:avLst>
          </a:prstGeom>
          <a:solidFill>
            <a:srgbClr val="FDECEC"/>
          </a:solidFill>
          <a:ln w="1524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文字｜レビュー待ち"/>
          <p:cNvSpPr txBox="1"/>
          <p:nvPr/>
        </p:nvSpPr>
        <p:spPr>
          <a:xfrm>
            <a:off x="9648825" y="4562475"/>
            <a:ext cx="2305050" cy="285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25" b="1">
                <a:solidFill>
                  <a:srgbClr val="111111"/>
                </a:solidFill>
                <a:latin typeface="Noto Sans CJK JP"/>
              </a:defRPr>
            </a:pPr>
            <a:r>
              <a:rPr sz="1725" b="1">
                <a:solidFill>
                  <a:srgbClr val="111111"/>
                </a:solidFill>
                <a:latin typeface="Noto Sans CJK JP"/>
                <a:ea typeface="Noto Sans CJK JP"/>
              </a:rPr>
              <a:t>レビュー待ち</a:t>
            </a:r>
          </a:p>
        </p:txBody>
      </p:sp>
      <p:sp>
        <p:nvSpPr>
          <p:cNvPr id="148" name="文字｜曖昧・専門家の確認が必要"/>
          <p:cNvSpPr txBox="1"/>
          <p:nvPr/>
        </p:nvSpPr>
        <p:spPr>
          <a:xfrm>
            <a:off x="9648825" y="4838700"/>
            <a:ext cx="2305050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111111"/>
                </a:solidFill>
                <a:latin typeface="Noto Sans CJK JP"/>
              </a:defRPr>
            </a:pPr>
            <a:r>
              <a:rPr sz="1350" b="0">
                <a:solidFill>
                  <a:srgbClr val="111111"/>
                </a:solidFill>
                <a:latin typeface="Noto Sans CJK JP"/>
                <a:ea typeface="Noto Sans CJK JP"/>
              </a:rPr>
              <a:t>曖昧・専門家の確認が必要</a:t>
            </a:r>
          </a:p>
        </p:txBody>
      </p:sp>
      <p:sp>
        <p:nvSpPr>
          <p:cNvPr id="149" name="表｜セル"/>
          <p:cNvSpPr/>
          <p:nvPr/>
        </p:nvSpPr>
        <p:spPr>
          <a:xfrm>
            <a:off x="9648825" y="5076825"/>
            <a:ext cx="416623" cy="209550"/>
          </a:xfrm>
          <a:prstGeom prst="rect">
            <a:avLst/>
          </a:prstGeom>
          <a:solidFill>
            <a:srgbClr val="F1F2F1"/>
          </a:solidFill>
          <a:ln w="7143">
            <a:solidFill>
              <a:srgbClr val="7B81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文字｜ID"/>
          <p:cNvSpPr txBox="1"/>
          <p:nvPr/>
        </p:nvSpPr>
        <p:spPr>
          <a:xfrm>
            <a:off x="9696450" y="5105400"/>
            <a:ext cx="321373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25" b="1">
                <a:solidFill>
                  <a:srgbClr val="111111"/>
                </a:solidFill>
                <a:latin typeface="Noto Sans CJK JP"/>
              </a:defRPr>
            </a:pPr>
            <a:r>
              <a:rPr sz="1125" b="1">
                <a:solidFill>
                  <a:srgbClr val="111111"/>
                </a:solidFill>
                <a:latin typeface="Noto Sans CJK JP"/>
                <a:ea typeface="Noto Sans CJK JP"/>
              </a:rPr>
              <a:t>ID</a:t>
            </a:r>
          </a:p>
        </p:txBody>
      </p:sp>
      <p:sp>
        <p:nvSpPr>
          <p:cNvPr id="151" name="表｜セル"/>
          <p:cNvSpPr/>
          <p:nvPr/>
        </p:nvSpPr>
        <p:spPr>
          <a:xfrm>
            <a:off x="10065448" y="5076825"/>
            <a:ext cx="1897951" cy="209550"/>
          </a:xfrm>
          <a:prstGeom prst="rect">
            <a:avLst/>
          </a:prstGeom>
          <a:solidFill>
            <a:srgbClr val="F1F2F1"/>
          </a:solidFill>
          <a:ln w="7143">
            <a:solidFill>
              <a:srgbClr val="7B81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文字｜問題"/>
          <p:cNvSpPr txBox="1"/>
          <p:nvPr/>
        </p:nvSpPr>
        <p:spPr>
          <a:xfrm>
            <a:off x="10113073" y="5105400"/>
            <a:ext cx="1802701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25" b="1">
                <a:solidFill>
                  <a:srgbClr val="111111"/>
                </a:solidFill>
                <a:latin typeface="Noto Sans CJK JP"/>
              </a:defRPr>
            </a:pPr>
            <a:r>
              <a:rPr sz="1125" b="1">
                <a:solidFill>
                  <a:srgbClr val="111111"/>
                </a:solidFill>
                <a:latin typeface="Noto Sans CJK JP"/>
                <a:ea typeface="Noto Sans CJK JP"/>
              </a:rPr>
              <a:t>問題</a:t>
            </a:r>
          </a:p>
        </p:txBody>
      </p:sp>
      <p:sp>
        <p:nvSpPr>
          <p:cNvPr id="153" name="表｜セル"/>
          <p:cNvSpPr/>
          <p:nvPr/>
        </p:nvSpPr>
        <p:spPr>
          <a:xfrm>
            <a:off x="9648825" y="5286375"/>
            <a:ext cx="416623" cy="209550"/>
          </a:xfrm>
          <a:prstGeom prst="rect">
            <a:avLst/>
          </a:prstGeom>
          <a:solidFill>
            <a:srgbClr val="FFFFFF"/>
          </a:solidFill>
          <a:ln w="7143">
            <a:solidFill>
              <a:srgbClr val="7B81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文字｜R?"/>
          <p:cNvSpPr txBox="1"/>
          <p:nvPr/>
        </p:nvSpPr>
        <p:spPr>
          <a:xfrm>
            <a:off x="9696450" y="5314950"/>
            <a:ext cx="321373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111111"/>
                </a:solidFill>
                <a:latin typeface="Noto Sans CJK JP"/>
              </a:defRPr>
            </a:pPr>
            <a:r>
              <a:rPr sz="1125" b="0">
                <a:solidFill>
                  <a:srgbClr val="111111"/>
                </a:solidFill>
                <a:latin typeface="Noto Sans CJK JP"/>
                <a:ea typeface="Noto Sans CJK JP"/>
              </a:rPr>
              <a:t>R?</a:t>
            </a:r>
          </a:p>
        </p:txBody>
      </p:sp>
      <p:sp>
        <p:nvSpPr>
          <p:cNvPr id="155" name="表｜セル"/>
          <p:cNvSpPr/>
          <p:nvPr/>
        </p:nvSpPr>
        <p:spPr>
          <a:xfrm>
            <a:off x="10065448" y="5286375"/>
            <a:ext cx="1897951" cy="209550"/>
          </a:xfrm>
          <a:prstGeom prst="rect">
            <a:avLst/>
          </a:prstGeom>
          <a:solidFill>
            <a:srgbClr val="FFFFFF"/>
          </a:solidFill>
          <a:ln w="7143">
            <a:solidFill>
              <a:srgbClr val="7B81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文字｜データの競合・複数出典"/>
          <p:cNvSpPr txBox="1"/>
          <p:nvPr/>
        </p:nvSpPr>
        <p:spPr>
          <a:xfrm>
            <a:off x="10113073" y="5314950"/>
            <a:ext cx="1802701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111111"/>
                </a:solidFill>
                <a:latin typeface="Noto Sans CJK JP"/>
              </a:defRPr>
            </a:pPr>
            <a:r>
              <a:rPr sz="1125" b="0">
                <a:solidFill>
                  <a:srgbClr val="111111"/>
                </a:solidFill>
                <a:latin typeface="Noto Sans CJK JP"/>
                <a:ea typeface="Noto Sans CJK JP"/>
              </a:rPr>
              <a:t>データの競合・複数出典</a:t>
            </a:r>
          </a:p>
        </p:txBody>
      </p:sp>
      <p:sp>
        <p:nvSpPr>
          <p:cNvPr id="157" name="表｜セル"/>
          <p:cNvSpPr/>
          <p:nvPr/>
        </p:nvSpPr>
        <p:spPr>
          <a:xfrm>
            <a:off x="9648825" y="5495925"/>
            <a:ext cx="416623" cy="209550"/>
          </a:xfrm>
          <a:prstGeom prst="rect">
            <a:avLst/>
          </a:prstGeom>
          <a:solidFill>
            <a:srgbClr val="FFFFFF"/>
          </a:solidFill>
          <a:ln w="7143">
            <a:solidFill>
              <a:srgbClr val="7B81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文字｜…"/>
          <p:cNvSpPr txBox="1"/>
          <p:nvPr/>
        </p:nvSpPr>
        <p:spPr>
          <a:xfrm>
            <a:off x="9696450" y="5524500"/>
            <a:ext cx="321373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111111"/>
                </a:solidFill>
                <a:latin typeface="Noto Sans CJK JP"/>
              </a:defRPr>
            </a:pPr>
            <a:r>
              <a:rPr sz="1125" b="0">
                <a:solidFill>
                  <a:srgbClr val="111111"/>
                </a:solidFill>
                <a:latin typeface="Noto Sans CJK JP"/>
                <a:ea typeface="Noto Sans CJK JP"/>
              </a:rPr>
              <a:t>…</a:t>
            </a:r>
          </a:p>
        </p:txBody>
      </p:sp>
      <p:sp>
        <p:nvSpPr>
          <p:cNvPr id="159" name="表｜セル"/>
          <p:cNvSpPr/>
          <p:nvPr/>
        </p:nvSpPr>
        <p:spPr>
          <a:xfrm>
            <a:off x="10065448" y="5495925"/>
            <a:ext cx="1897951" cy="209550"/>
          </a:xfrm>
          <a:prstGeom prst="rect">
            <a:avLst/>
          </a:prstGeom>
          <a:solidFill>
            <a:srgbClr val="FFFFFF"/>
          </a:solidFill>
          <a:ln w="7143">
            <a:solidFill>
              <a:srgbClr val="7B81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文字｜…"/>
          <p:cNvSpPr txBox="1"/>
          <p:nvPr/>
        </p:nvSpPr>
        <p:spPr>
          <a:xfrm>
            <a:off x="10113073" y="5524500"/>
            <a:ext cx="1802701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111111"/>
                </a:solidFill>
                <a:latin typeface="Noto Sans CJK JP"/>
              </a:defRPr>
            </a:pPr>
            <a:r>
              <a:rPr sz="1125" b="0">
                <a:solidFill>
                  <a:srgbClr val="111111"/>
                </a:solidFill>
                <a:latin typeface="Noto Sans CJK JP"/>
                <a:ea typeface="Noto Sans CJK JP"/>
              </a:rPr>
              <a:t>…</a:t>
            </a:r>
          </a:p>
        </p:txBody>
      </p:sp>
      <p:cxnSp>
        <p:nvCxnSpPr>
          <p:cNvPr id="161" name="結合線・接続線"/>
          <p:cNvCxnSpPr/>
          <p:nvPr/>
        </p:nvCxnSpPr>
        <p:spPr>
          <a:xfrm>
            <a:off x="123824" y="5981700"/>
            <a:ext cx="14382751" cy="0"/>
          </a:xfrm>
          <a:prstGeom prst="line">
            <a:avLst/>
          </a:prstGeom>
          <a:ln w="11429">
            <a:solidFill>
              <a:srgbClr val="69747C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文字｜B　通常の生成処理"/>
          <p:cNvSpPr txBox="1"/>
          <p:nvPr/>
        </p:nvSpPr>
        <p:spPr>
          <a:xfrm>
            <a:off x="161925" y="6067425"/>
            <a:ext cx="4067175" cy="4095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50" b="1">
                <a:solidFill>
                  <a:srgbClr val="111111"/>
                </a:solidFill>
                <a:latin typeface="Noto Sans CJK JP"/>
              </a:defRPr>
            </a:pPr>
            <a:r>
              <a:rPr sz="2250" b="1">
                <a:solidFill>
                  <a:srgbClr val="111111"/>
                </a:solidFill>
                <a:latin typeface="Noto Sans CJK JP"/>
                <a:ea typeface="Noto Sans CJK JP"/>
              </a:rPr>
              <a:t>B　通常の生成処理</a:t>
            </a:r>
          </a:p>
        </p:txBody>
      </p:sp>
      <p:sp>
        <p:nvSpPr>
          <p:cNvPr id="163" name="文字｜確認済みのローカルデータから構築"/>
          <p:cNvSpPr txBox="1"/>
          <p:nvPr/>
        </p:nvSpPr>
        <p:spPr>
          <a:xfrm>
            <a:off x="3981450" y="6162675"/>
            <a:ext cx="5029200" cy="285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111111"/>
                </a:solidFill>
                <a:latin typeface="Noto Sans CJK JP"/>
              </a:defRPr>
            </a:pPr>
            <a:r>
              <a:rPr sz="1650" b="0">
                <a:solidFill>
                  <a:srgbClr val="111111"/>
                </a:solidFill>
                <a:latin typeface="Noto Sans CJK JP"/>
                <a:ea typeface="Noto Sans CJK JP"/>
              </a:rPr>
              <a:t>確認済みのローカルデータから構築</a:t>
            </a:r>
          </a:p>
        </p:txBody>
      </p:sp>
      <p:sp>
        <p:nvSpPr>
          <p:cNvPr id="164" name="枠｜管理済み登録簿&#10;化学種・反応・物性"/>
          <p:cNvSpPr/>
          <p:nvPr/>
        </p:nvSpPr>
        <p:spPr>
          <a:xfrm>
            <a:off x="7010400" y="6505575"/>
            <a:ext cx="2305050" cy="552450"/>
          </a:xfrm>
          <a:prstGeom prst="roundRect">
            <a:avLst>
              <a:gd name="adj" fmla="val 7000"/>
            </a:avLst>
          </a:prstGeom>
          <a:solidFill>
            <a:srgbClr val="E7F6E4"/>
          </a:solidFill>
          <a:ln w="1524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文字｜管理済み登録簿&#10;化学種・反応・物性"/>
          <p:cNvSpPr txBox="1"/>
          <p:nvPr/>
        </p:nvSpPr>
        <p:spPr>
          <a:xfrm>
            <a:off x="7086600" y="6553200"/>
            <a:ext cx="215265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111111"/>
                </a:solidFill>
                <a:latin typeface="Noto Sans CJK JP"/>
              </a:defRPr>
            </a:pPr>
            <a:r>
              <a:rPr sz="1575" b="1">
                <a:solidFill>
                  <a:srgbClr val="111111"/>
                </a:solidFill>
                <a:latin typeface="Noto Sans CJK JP"/>
                <a:ea typeface="Noto Sans CJK JP"/>
              </a:rPr>
              <a:t>管理済み登録簿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111111"/>
                </a:solidFill>
                <a:latin typeface="Noto Sans CJK JP"/>
              </a:defRPr>
            </a:pPr>
            <a:r>
              <a:rPr sz="1575" b="1">
                <a:solidFill>
                  <a:srgbClr val="111111"/>
                </a:solidFill>
                <a:latin typeface="Noto Sans CJK JP"/>
                <a:ea typeface="Noto Sans CJK JP"/>
              </a:rPr>
              <a:t>化学種・反応・物性</a:t>
            </a:r>
          </a:p>
        </p:txBody>
      </p:sp>
      <p:cxnSp>
        <p:nvCxnSpPr>
          <p:cNvPr id="166" name="結合線・接続線"/>
          <p:cNvCxnSpPr/>
          <p:nvPr/>
        </p:nvCxnSpPr>
        <p:spPr>
          <a:xfrm>
            <a:off x="8162925" y="7058025"/>
            <a:ext cx="0" cy="314325"/>
          </a:xfrm>
          <a:prstGeom prst="line">
            <a:avLst/>
          </a:prstGeom>
          <a:ln w="23812">
            <a:solidFill>
              <a:srgbClr val="11111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枠｜"/>
          <p:cNvSpPr/>
          <p:nvPr/>
        </p:nvSpPr>
        <p:spPr>
          <a:xfrm>
            <a:off x="276225" y="6896100"/>
            <a:ext cx="4543425" cy="2028825"/>
          </a:xfrm>
          <a:prstGeom prst="roundRect">
            <a:avLst>
              <a:gd name="adj" fmla="val 7000"/>
            </a:avLst>
          </a:prstGeom>
          <a:solidFill>
            <a:srgbClr val="EFF6FC"/>
          </a:solidFill>
          <a:ln w="1524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文字｜入力ガス（探索の初期種）"/>
          <p:cNvSpPr txBox="1"/>
          <p:nvPr/>
        </p:nvSpPr>
        <p:spPr>
          <a:xfrm>
            <a:off x="409575" y="6943725"/>
            <a:ext cx="42291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11111"/>
                </a:solidFill>
                <a:latin typeface="Noto Sans CJK JP"/>
              </a:defRPr>
            </a:pPr>
            <a:r>
              <a:rPr sz="1800" b="1">
                <a:solidFill>
                  <a:srgbClr val="111111"/>
                </a:solidFill>
                <a:latin typeface="Noto Sans CJK JP"/>
                <a:ea typeface="Noto Sans CJK JP"/>
              </a:rPr>
              <a:t>入力ガス（探索の初期種）</a:t>
            </a:r>
          </a:p>
        </p:txBody>
      </p:sp>
      <p:grpSp>
        <p:nvGrpSpPr>
          <p:cNvPr id="169" name="分子・化学種｜CF4"/>
          <p:cNvGrpSpPr/>
          <p:nvPr/>
        </p:nvGrpSpPr>
        <p:grpSpPr>
          <a:xfrm>
            <a:off x="563403" y="7409021"/>
            <a:ext cx="1121092" cy="974407"/>
            <a:chOff x="563403" y="7409021"/>
            <a:chExt cx="1121092" cy="974407"/>
          </a:xfrm>
        </p:grpSpPr>
        <p:cxnSp>
          <p:nvCxnSpPr>
            <p:cNvPr id="170" name="結合線・接続線"/>
            <p:cNvCxnSpPr/>
            <p:nvPr/>
          </p:nvCxnSpPr>
          <p:spPr>
            <a:xfrm flipV="1">
              <a:off x="1123950" y="7529512"/>
              <a:ext cx="0" cy="366712"/>
            </a:xfrm>
            <a:prstGeom prst="line">
              <a:avLst/>
            </a:prstGeom>
            <a:ln w="21907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結合線・接続線"/>
            <p:cNvCxnSpPr/>
            <p:nvPr/>
          </p:nvCxnSpPr>
          <p:spPr>
            <a:xfrm flipH="1">
              <a:off x="683895" y="7896224"/>
              <a:ext cx="440055" cy="0"/>
            </a:xfrm>
            <a:prstGeom prst="line">
              <a:avLst/>
            </a:prstGeom>
            <a:ln w="21907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結合線・接続線"/>
            <p:cNvCxnSpPr/>
            <p:nvPr/>
          </p:nvCxnSpPr>
          <p:spPr>
            <a:xfrm>
              <a:off x="1123950" y="7896224"/>
              <a:ext cx="440054" cy="0"/>
            </a:xfrm>
            <a:prstGeom prst="line">
              <a:avLst/>
            </a:prstGeom>
            <a:ln w="21907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結合線・接続線"/>
            <p:cNvCxnSpPr/>
            <p:nvPr/>
          </p:nvCxnSpPr>
          <p:spPr>
            <a:xfrm>
              <a:off x="1123950" y="7896224"/>
              <a:ext cx="0" cy="366713"/>
            </a:xfrm>
            <a:prstGeom prst="line">
              <a:avLst/>
            </a:prstGeom>
            <a:ln w="21907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4" name="原子｜F"/>
            <p:cNvSpPr/>
            <p:nvPr/>
          </p:nvSpPr>
          <p:spPr>
            <a:xfrm>
              <a:off x="1003458" y="7409021"/>
              <a:ext cx="240982" cy="240982"/>
            </a:xfrm>
            <a:prstGeom prst="ellipse">
              <a:avLst/>
            </a:prstGeom>
            <a:solidFill>
              <a:srgbClr val="AED396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" name="文字｜F"/>
            <p:cNvSpPr txBox="1"/>
            <p:nvPr/>
          </p:nvSpPr>
          <p:spPr>
            <a:xfrm>
              <a:off x="1003458" y="7409021"/>
              <a:ext cx="240982" cy="24098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024" b="0">
                  <a:solidFill>
                    <a:srgbClr val="111111"/>
                  </a:solidFill>
                  <a:latin typeface="Noto Sans CJK JP"/>
                </a:defRPr>
              </a:pPr>
              <a:r>
                <a:rPr sz="1024" b="0">
                  <a:solidFill>
                    <a:srgbClr val="111111"/>
                  </a:solidFill>
                  <a:latin typeface="Noto Sans CJK JP"/>
                  <a:ea typeface="Noto Sans CJK JP"/>
                </a:rPr>
                <a:t>F</a:t>
              </a:r>
            </a:p>
          </p:txBody>
        </p:sp>
        <p:sp>
          <p:nvSpPr>
            <p:cNvPr id="176" name="原子｜F"/>
            <p:cNvSpPr/>
            <p:nvPr/>
          </p:nvSpPr>
          <p:spPr>
            <a:xfrm>
              <a:off x="563403" y="7775733"/>
              <a:ext cx="240982" cy="240982"/>
            </a:xfrm>
            <a:prstGeom prst="ellipse">
              <a:avLst/>
            </a:prstGeom>
            <a:solidFill>
              <a:srgbClr val="AED396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7" name="文字｜F"/>
            <p:cNvSpPr txBox="1"/>
            <p:nvPr/>
          </p:nvSpPr>
          <p:spPr>
            <a:xfrm>
              <a:off x="563403" y="7775733"/>
              <a:ext cx="240982" cy="24098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024" b="0">
                  <a:solidFill>
                    <a:srgbClr val="111111"/>
                  </a:solidFill>
                  <a:latin typeface="Noto Sans CJK JP"/>
                </a:defRPr>
              </a:pPr>
              <a:r>
                <a:rPr sz="1024" b="0">
                  <a:solidFill>
                    <a:srgbClr val="111111"/>
                  </a:solidFill>
                  <a:latin typeface="Noto Sans CJK JP"/>
                  <a:ea typeface="Noto Sans CJK JP"/>
                </a:rPr>
                <a:t>F</a:t>
              </a:r>
            </a:p>
          </p:txBody>
        </p:sp>
        <p:sp>
          <p:nvSpPr>
            <p:cNvPr id="178" name="原子｜F"/>
            <p:cNvSpPr/>
            <p:nvPr/>
          </p:nvSpPr>
          <p:spPr>
            <a:xfrm>
              <a:off x="1443513" y="7775733"/>
              <a:ext cx="240982" cy="240982"/>
            </a:xfrm>
            <a:prstGeom prst="ellipse">
              <a:avLst/>
            </a:prstGeom>
            <a:solidFill>
              <a:srgbClr val="AED396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9" name="文字｜F"/>
            <p:cNvSpPr txBox="1"/>
            <p:nvPr/>
          </p:nvSpPr>
          <p:spPr>
            <a:xfrm>
              <a:off x="1443513" y="7775733"/>
              <a:ext cx="240982" cy="24098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024" b="0">
                  <a:solidFill>
                    <a:srgbClr val="111111"/>
                  </a:solidFill>
                  <a:latin typeface="Noto Sans CJK JP"/>
                </a:defRPr>
              </a:pPr>
              <a:r>
                <a:rPr sz="1024" b="0">
                  <a:solidFill>
                    <a:srgbClr val="111111"/>
                  </a:solidFill>
                  <a:latin typeface="Noto Sans CJK JP"/>
                  <a:ea typeface="Noto Sans CJK JP"/>
                </a:rPr>
                <a:t>F</a:t>
              </a:r>
            </a:p>
          </p:txBody>
        </p:sp>
        <p:sp>
          <p:nvSpPr>
            <p:cNvPr id="180" name="原子｜F"/>
            <p:cNvSpPr/>
            <p:nvPr/>
          </p:nvSpPr>
          <p:spPr>
            <a:xfrm>
              <a:off x="1003458" y="8142446"/>
              <a:ext cx="240982" cy="240982"/>
            </a:xfrm>
            <a:prstGeom prst="ellipse">
              <a:avLst/>
            </a:prstGeom>
            <a:solidFill>
              <a:srgbClr val="AED396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1" name="文字｜F"/>
            <p:cNvSpPr txBox="1"/>
            <p:nvPr/>
          </p:nvSpPr>
          <p:spPr>
            <a:xfrm>
              <a:off x="1003458" y="8142446"/>
              <a:ext cx="240982" cy="24098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024" b="0">
                  <a:solidFill>
                    <a:srgbClr val="111111"/>
                  </a:solidFill>
                  <a:latin typeface="Noto Sans CJK JP"/>
                </a:defRPr>
              </a:pPr>
              <a:r>
                <a:rPr sz="1024" b="0">
                  <a:solidFill>
                    <a:srgbClr val="111111"/>
                  </a:solidFill>
                  <a:latin typeface="Noto Sans CJK JP"/>
                  <a:ea typeface="Noto Sans CJK JP"/>
                </a:rPr>
                <a:t>F</a:t>
              </a:r>
            </a:p>
          </p:txBody>
        </p:sp>
        <p:sp>
          <p:nvSpPr>
            <p:cNvPr id="182" name="原子｜C"/>
            <p:cNvSpPr/>
            <p:nvPr/>
          </p:nvSpPr>
          <p:spPr>
            <a:xfrm>
              <a:off x="982503" y="7754778"/>
              <a:ext cx="282892" cy="282892"/>
            </a:xfrm>
            <a:prstGeom prst="ellipse">
              <a:avLst/>
            </a:prstGeom>
            <a:solidFill>
              <a:srgbClr val="555958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3" name="文字｜C"/>
            <p:cNvSpPr txBox="1"/>
            <p:nvPr/>
          </p:nvSpPr>
          <p:spPr>
            <a:xfrm>
              <a:off x="982503" y="7754778"/>
              <a:ext cx="282892" cy="28289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202" b="0">
                  <a:solidFill>
                    <a:srgbClr val="FFFFFF"/>
                  </a:solidFill>
                  <a:latin typeface="Noto Sans CJK JP"/>
                </a:defRPr>
              </a:pPr>
              <a:r>
                <a:rPr sz="1202" b="0">
                  <a:solidFill>
                    <a:srgbClr val="FFFFFF"/>
                  </a:solidFill>
                  <a:latin typeface="Noto Sans CJK JP"/>
                  <a:ea typeface="Noto Sans CJK JP"/>
                </a:rPr>
                <a:t>C</a:t>
              </a:r>
            </a:p>
          </p:txBody>
        </p:sp>
      </p:grpSp>
      <p:sp>
        <p:nvSpPr>
          <p:cNvPr id="184" name="文字｜CF₄"/>
          <p:cNvSpPr txBox="1"/>
          <p:nvPr/>
        </p:nvSpPr>
        <p:spPr>
          <a:xfrm>
            <a:off x="762000" y="8448675"/>
            <a:ext cx="809625" cy="3714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11111"/>
                </a:solidFill>
                <a:latin typeface="Noto Sans CJK JP"/>
              </a:defRPr>
            </a:pPr>
            <a:r>
              <a:rPr sz="1800" b="1">
                <a:solidFill>
                  <a:srgbClr val="111111"/>
                </a:solidFill>
                <a:latin typeface="Noto Sans CJK JP"/>
                <a:ea typeface="Noto Sans CJK JP"/>
              </a:rPr>
              <a:t>CF₄</a:t>
            </a:r>
          </a:p>
        </p:txBody>
      </p:sp>
      <p:grpSp>
        <p:nvGrpSpPr>
          <p:cNvPr id="185" name="分子・化学種｜O2"/>
          <p:cNvGrpSpPr/>
          <p:nvPr/>
        </p:nvGrpSpPr>
        <p:grpSpPr>
          <a:xfrm>
            <a:off x="2083117" y="7690485"/>
            <a:ext cx="920114" cy="373379"/>
            <a:chOff x="2083117" y="7690485"/>
            <a:chExt cx="920114" cy="373379"/>
          </a:xfrm>
        </p:grpSpPr>
        <p:cxnSp>
          <p:nvCxnSpPr>
            <p:cNvPr id="186" name="結合線・接続線"/>
            <p:cNvCxnSpPr/>
            <p:nvPr/>
          </p:nvCxnSpPr>
          <p:spPr>
            <a:xfrm>
              <a:off x="2269807" y="7850505"/>
              <a:ext cx="546735" cy="0"/>
            </a:xfrm>
            <a:prstGeom prst="line">
              <a:avLst/>
            </a:prstGeom>
            <a:ln w="20955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結合線・接続線"/>
            <p:cNvCxnSpPr/>
            <p:nvPr/>
          </p:nvCxnSpPr>
          <p:spPr>
            <a:xfrm>
              <a:off x="2269807" y="7903844"/>
              <a:ext cx="546735" cy="0"/>
            </a:xfrm>
            <a:prstGeom prst="line">
              <a:avLst/>
            </a:prstGeom>
            <a:ln w="20955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8" name="原子｜O"/>
            <p:cNvSpPr/>
            <p:nvPr/>
          </p:nvSpPr>
          <p:spPr>
            <a:xfrm>
              <a:off x="2083117" y="7690485"/>
              <a:ext cx="373379" cy="373379"/>
            </a:xfrm>
            <a:prstGeom prst="ellipse">
              <a:avLst/>
            </a:prstGeom>
            <a:solidFill>
              <a:srgbClr val="EF826B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9" name="文字｜O"/>
            <p:cNvSpPr txBox="1"/>
            <p:nvPr/>
          </p:nvSpPr>
          <p:spPr>
            <a:xfrm>
              <a:off x="2083117" y="7690485"/>
              <a:ext cx="373379" cy="37337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587" b="0">
                  <a:solidFill>
                    <a:srgbClr val="111111"/>
                  </a:solidFill>
                  <a:latin typeface="Noto Sans CJK JP"/>
                </a:defRPr>
              </a:pPr>
              <a:r>
                <a:rPr sz="1587" b="0">
                  <a:solidFill>
                    <a:srgbClr val="111111"/>
                  </a:solidFill>
                  <a:latin typeface="Noto Sans CJK JP"/>
                  <a:ea typeface="Noto Sans CJK JP"/>
                </a:rPr>
                <a:t>O</a:t>
              </a:r>
            </a:p>
          </p:txBody>
        </p:sp>
        <p:sp>
          <p:nvSpPr>
            <p:cNvPr id="190" name="原子｜O"/>
            <p:cNvSpPr/>
            <p:nvPr/>
          </p:nvSpPr>
          <p:spPr>
            <a:xfrm>
              <a:off x="2629852" y="7690485"/>
              <a:ext cx="373379" cy="373379"/>
            </a:xfrm>
            <a:prstGeom prst="ellipse">
              <a:avLst/>
            </a:prstGeom>
            <a:solidFill>
              <a:srgbClr val="EF826B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1" name="文字｜O"/>
            <p:cNvSpPr txBox="1"/>
            <p:nvPr/>
          </p:nvSpPr>
          <p:spPr>
            <a:xfrm>
              <a:off x="2629852" y="7690485"/>
              <a:ext cx="373379" cy="37337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587" b="0">
                  <a:solidFill>
                    <a:srgbClr val="111111"/>
                  </a:solidFill>
                  <a:latin typeface="Noto Sans CJK JP"/>
                </a:defRPr>
              </a:pPr>
              <a:r>
                <a:rPr sz="1587" b="0">
                  <a:solidFill>
                    <a:srgbClr val="111111"/>
                  </a:solidFill>
                  <a:latin typeface="Noto Sans CJK JP"/>
                  <a:ea typeface="Noto Sans CJK JP"/>
                </a:rPr>
                <a:t>O</a:t>
              </a:r>
            </a:p>
          </p:txBody>
        </p:sp>
      </p:grpSp>
      <p:sp>
        <p:nvSpPr>
          <p:cNvPr id="192" name="文字｜O₂"/>
          <p:cNvSpPr txBox="1"/>
          <p:nvPr/>
        </p:nvSpPr>
        <p:spPr>
          <a:xfrm>
            <a:off x="2190750" y="8448675"/>
            <a:ext cx="752475" cy="3714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11111"/>
                </a:solidFill>
                <a:latin typeface="Noto Sans CJK JP"/>
              </a:defRPr>
            </a:pPr>
            <a:r>
              <a:rPr sz="1800" b="1">
                <a:solidFill>
                  <a:srgbClr val="111111"/>
                </a:solidFill>
                <a:latin typeface="Noto Sans CJK JP"/>
                <a:ea typeface="Noto Sans CJK JP"/>
              </a:rPr>
              <a:t>O₂</a:t>
            </a:r>
          </a:p>
        </p:txBody>
      </p:sp>
      <p:grpSp>
        <p:nvGrpSpPr>
          <p:cNvPr id="193" name="分子・化学種｜SF6"/>
          <p:cNvGrpSpPr/>
          <p:nvPr/>
        </p:nvGrpSpPr>
        <p:grpSpPr>
          <a:xfrm>
            <a:off x="3529018" y="7343108"/>
            <a:ext cx="962012" cy="1068133"/>
            <a:chOff x="3529018" y="7343108"/>
            <a:chExt cx="962012" cy="1068133"/>
          </a:xfrm>
        </p:grpSpPr>
        <p:cxnSp>
          <p:nvCxnSpPr>
            <p:cNvPr id="194" name="結合線・接続線"/>
            <p:cNvCxnSpPr/>
            <p:nvPr/>
          </p:nvCxnSpPr>
          <p:spPr>
            <a:xfrm flipV="1">
              <a:off x="4010025" y="7481125"/>
              <a:ext cx="0" cy="396050"/>
            </a:xfrm>
            <a:prstGeom prst="line">
              <a:avLst/>
            </a:prstGeom>
            <a:ln w="21907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結合線・接続線"/>
            <p:cNvCxnSpPr/>
            <p:nvPr/>
          </p:nvCxnSpPr>
          <p:spPr>
            <a:xfrm flipV="1">
              <a:off x="4010025" y="7679150"/>
              <a:ext cx="342988" cy="198025"/>
            </a:xfrm>
            <a:prstGeom prst="line">
              <a:avLst/>
            </a:prstGeom>
            <a:ln w="21907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結合線・接続線"/>
            <p:cNvCxnSpPr/>
            <p:nvPr/>
          </p:nvCxnSpPr>
          <p:spPr>
            <a:xfrm>
              <a:off x="4010025" y="7877175"/>
              <a:ext cx="342988" cy="198024"/>
            </a:xfrm>
            <a:prstGeom prst="line">
              <a:avLst/>
            </a:prstGeom>
            <a:ln w="21907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結合線・接続線"/>
            <p:cNvCxnSpPr/>
            <p:nvPr/>
          </p:nvCxnSpPr>
          <p:spPr>
            <a:xfrm>
              <a:off x="4010025" y="7877175"/>
              <a:ext cx="0" cy="396049"/>
            </a:xfrm>
            <a:prstGeom prst="line">
              <a:avLst/>
            </a:prstGeom>
            <a:ln w="21907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結合線・接続線"/>
            <p:cNvCxnSpPr/>
            <p:nvPr/>
          </p:nvCxnSpPr>
          <p:spPr>
            <a:xfrm flipH="1">
              <a:off x="3667036" y="7877175"/>
              <a:ext cx="342989" cy="198024"/>
            </a:xfrm>
            <a:prstGeom prst="line">
              <a:avLst/>
            </a:prstGeom>
            <a:ln w="21907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結合線・接続線"/>
            <p:cNvCxnSpPr/>
            <p:nvPr/>
          </p:nvCxnSpPr>
          <p:spPr>
            <a:xfrm flipH="1" flipV="1">
              <a:off x="3667036" y="7679150"/>
              <a:ext cx="342989" cy="198025"/>
            </a:xfrm>
            <a:prstGeom prst="line">
              <a:avLst/>
            </a:prstGeom>
            <a:ln w="21907">
              <a:solidFill>
                <a:srgbClr val="11111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0" name="原子｜F"/>
            <p:cNvSpPr/>
            <p:nvPr/>
          </p:nvSpPr>
          <p:spPr>
            <a:xfrm>
              <a:off x="3872007" y="7343108"/>
              <a:ext cx="276034" cy="276034"/>
            </a:xfrm>
            <a:prstGeom prst="ellipse">
              <a:avLst/>
            </a:prstGeom>
            <a:solidFill>
              <a:srgbClr val="AED396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1" name="文字｜F"/>
            <p:cNvSpPr txBox="1"/>
            <p:nvPr/>
          </p:nvSpPr>
          <p:spPr>
            <a:xfrm>
              <a:off x="3872007" y="7343108"/>
              <a:ext cx="276034" cy="27603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173" b="0">
                  <a:solidFill>
                    <a:srgbClr val="111111"/>
                  </a:solidFill>
                  <a:latin typeface="Noto Sans CJK JP"/>
                </a:defRPr>
              </a:pPr>
              <a:r>
                <a:rPr sz="1173" b="0">
                  <a:solidFill>
                    <a:srgbClr val="111111"/>
                  </a:solidFill>
                  <a:latin typeface="Noto Sans CJK JP"/>
                  <a:ea typeface="Noto Sans CJK JP"/>
                </a:rPr>
                <a:t>F</a:t>
              </a:r>
            </a:p>
          </p:txBody>
        </p:sp>
        <p:sp>
          <p:nvSpPr>
            <p:cNvPr id="202" name="原子｜F"/>
            <p:cNvSpPr/>
            <p:nvPr/>
          </p:nvSpPr>
          <p:spPr>
            <a:xfrm>
              <a:off x="4214996" y="7541133"/>
              <a:ext cx="276034" cy="276034"/>
            </a:xfrm>
            <a:prstGeom prst="ellipse">
              <a:avLst/>
            </a:prstGeom>
            <a:solidFill>
              <a:srgbClr val="AED396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3" name="文字｜F"/>
            <p:cNvSpPr txBox="1"/>
            <p:nvPr/>
          </p:nvSpPr>
          <p:spPr>
            <a:xfrm>
              <a:off x="4214996" y="7541133"/>
              <a:ext cx="276034" cy="27603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173" b="0">
                  <a:solidFill>
                    <a:srgbClr val="111111"/>
                  </a:solidFill>
                  <a:latin typeface="Noto Sans CJK JP"/>
                </a:defRPr>
              </a:pPr>
              <a:r>
                <a:rPr sz="1173" b="0">
                  <a:solidFill>
                    <a:srgbClr val="111111"/>
                  </a:solidFill>
                  <a:latin typeface="Noto Sans CJK JP"/>
                  <a:ea typeface="Noto Sans CJK JP"/>
                </a:rPr>
                <a:t>F</a:t>
              </a:r>
            </a:p>
          </p:txBody>
        </p:sp>
        <p:sp>
          <p:nvSpPr>
            <p:cNvPr id="204" name="原子｜F"/>
            <p:cNvSpPr/>
            <p:nvPr/>
          </p:nvSpPr>
          <p:spPr>
            <a:xfrm>
              <a:off x="4214996" y="7937182"/>
              <a:ext cx="276034" cy="276034"/>
            </a:xfrm>
            <a:prstGeom prst="ellipse">
              <a:avLst/>
            </a:prstGeom>
            <a:solidFill>
              <a:srgbClr val="AED396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5" name="文字｜F"/>
            <p:cNvSpPr txBox="1"/>
            <p:nvPr/>
          </p:nvSpPr>
          <p:spPr>
            <a:xfrm>
              <a:off x="4214996" y="7937182"/>
              <a:ext cx="276034" cy="27603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173" b="0">
                  <a:solidFill>
                    <a:srgbClr val="111111"/>
                  </a:solidFill>
                  <a:latin typeface="Noto Sans CJK JP"/>
                </a:defRPr>
              </a:pPr>
              <a:r>
                <a:rPr sz="1173" b="0">
                  <a:solidFill>
                    <a:srgbClr val="111111"/>
                  </a:solidFill>
                  <a:latin typeface="Noto Sans CJK JP"/>
                  <a:ea typeface="Noto Sans CJK JP"/>
                </a:rPr>
                <a:t>F</a:t>
              </a:r>
            </a:p>
          </p:txBody>
        </p:sp>
        <p:sp>
          <p:nvSpPr>
            <p:cNvPr id="206" name="原子｜F"/>
            <p:cNvSpPr/>
            <p:nvPr/>
          </p:nvSpPr>
          <p:spPr>
            <a:xfrm>
              <a:off x="3872007" y="8135207"/>
              <a:ext cx="276034" cy="276034"/>
            </a:xfrm>
            <a:prstGeom prst="ellipse">
              <a:avLst/>
            </a:prstGeom>
            <a:solidFill>
              <a:srgbClr val="AED396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7" name="文字｜F"/>
            <p:cNvSpPr txBox="1"/>
            <p:nvPr/>
          </p:nvSpPr>
          <p:spPr>
            <a:xfrm>
              <a:off x="3872007" y="8135207"/>
              <a:ext cx="276034" cy="27603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173" b="0">
                  <a:solidFill>
                    <a:srgbClr val="111111"/>
                  </a:solidFill>
                  <a:latin typeface="Noto Sans CJK JP"/>
                </a:defRPr>
              </a:pPr>
              <a:r>
                <a:rPr sz="1173" b="0">
                  <a:solidFill>
                    <a:srgbClr val="111111"/>
                  </a:solidFill>
                  <a:latin typeface="Noto Sans CJK JP"/>
                  <a:ea typeface="Noto Sans CJK JP"/>
                </a:rPr>
                <a:t>F</a:t>
              </a:r>
            </a:p>
          </p:txBody>
        </p:sp>
        <p:sp>
          <p:nvSpPr>
            <p:cNvPr id="208" name="原子｜F"/>
            <p:cNvSpPr/>
            <p:nvPr/>
          </p:nvSpPr>
          <p:spPr>
            <a:xfrm>
              <a:off x="3529018" y="7937182"/>
              <a:ext cx="276034" cy="276034"/>
            </a:xfrm>
            <a:prstGeom prst="ellipse">
              <a:avLst/>
            </a:prstGeom>
            <a:solidFill>
              <a:srgbClr val="AED396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9" name="文字｜F"/>
            <p:cNvSpPr txBox="1"/>
            <p:nvPr/>
          </p:nvSpPr>
          <p:spPr>
            <a:xfrm>
              <a:off x="3529018" y="7937182"/>
              <a:ext cx="276034" cy="27603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173" b="0">
                  <a:solidFill>
                    <a:srgbClr val="111111"/>
                  </a:solidFill>
                  <a:latin typeface="Noto Sans CJK JP"/>
                </a:defRPr>
              </a:pPr>
              <a:r>
                <a:rPr sz="1173" b="0">
                  <a:solidFill>
                    <a:srgbClr val="111111"/>
                  </a:solidFill>
                  <a:latin typeface="Noto Sans CJK JP"/>
                  <a:ea typeface="Noto Sans CJK JP"/>
                </a:rPr>
                <a:t>F</a:t>
              </a:r>
            </a:p>
          </p:txBody>
        </p:sp>
        <p:sp>
          <p:nvSpPr>
            <p:cNvPr id="210" name="原子｜F"/>
            <p:cNvSpPr/>
            <p:nvPr/>
          </p:nvSpPr>
          <p:spPr>
            <a:xfrm>
              <a:off x="3529018" y="7541133"/>
              <a:ext cx="276034" cy="276034"/>
            </a:xfrm>
            <a:prstGeom prst="ellipse">
              <a:avLst/>
            </a:prstGeom>
            <a:solidFill>
              <a:srgbClr val="AED396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1" name="文字｜F"/>
            <p:cNvSpPr txBox="1"/>
            <p:nvPr/>
          </p:nvSpPr>
          <p:spPr>
            <a:xfrm>
              <a:off x="3529018" y="7541133"/>
              <a:ext cx="276034" cy="27603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173" b="0">
                  <a:solidFill>
                    <a:srgbClr val="111111"/>
                  </a:solidFill>
                  <a:latin typeface="Noto Sans CJK JP"/>
                </a:defRPr>
              </a:pPr>
              <a:r>
                <a:rPr sz="1173" b="0">
                  <a:solidFill>
                    <a:srgbClr val="111111"/>
                  </a:solidFill>
                  <a:latin typeface="Noto Sans CJK JP"/>
                  <a:ea typeface="Noto Sans CJK JP"/>
                </a:rPr>
                <a:t>F</a:t>
              </a:r>
            </a:p>
          </p:txBody>
        </p:sp>
        <p:sp>
          <p:nvSpPr>
            <p:cNvPr id="212" name="原子｜S"/>
            <p:cNvSpPr/>
            <p:nvPr/>
          </p:nvSpPr>
          <p:spPr>
            <a:xfrm>
              <a:off x="3848004" y="7715154"/>
              <a:ext cx="324040" cy="324040"/>
            </a:xfrm>
            <a:prstGeom prst="ellipse">
              <a:avLst/>
            </a:prstGeom>
            <a:solidFill>
              <a:srgbClr val="F4CB59"/>
            </a:solidFill>
            <a:ln w="15240">
              <a:solidFill>
                <a:srgbClr val="1111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3" name="文字｜S"/>
            <p:cNvSpPr txBox="1"/>
            <p:nvPr/>
          </p:nvSpPr>
          <p:spPr>
            <a:xfrm>
              <a:off x="3848004" y="7715154"/>
              <a:ext cx="324040" cy="3240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1377" b="0">
                  <a:solidFill>
                    <a:srgbClr val="111111"/>
                  </a:solidFill>
                  <a:latin typeface="Noto Sans CJK JP"/>
                </a:defRPr>
              </a:pPr>
              <a:r>
                <a:rPr sz="1377" b="0">
                  <a:solidFill>
                    <a:srgbClr val="111111"/>
                  </a:solidFill>
                  <a:latin typeface="Noto Sans CJK JP"/>
                  <a:ea typeface="Noto Sans CJK JP"/>
                </a:rPr>
                <a:t>S</a:t>
              </a:r>
            </a:p>
          </p:txBody>
        </p:sp>
      </p:grpSp>
      <p:sp>
        <p:nvSpPr>
          <p:cNvPr id="214" name="文字｜SF₆"/>
          <p:cNvSpPr txBox="1"/>
          <p:nvPr/>
        </p:nvSpPr>
        <p:spPr>
          <a:xfrm>
            <a:off x="3619500" y="8448675"/>
            <a:ext cx="819150" cy="3714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11111"/>
                </a:solidFill>
                <a:latin typeface="Noto Sans CJK JP"/>
              </a:defRPr>
            </a:pPr>
            <a:r>
              <a:rPr sz="1800" b="1">
                <a:solidFill>
                  <a:srgbClr val="111111"/>
                </a:solidFill>
                <a:latin typeface="Noto Sans CJK JP"/>
                <a:ea typeface="Noto Sans CJK JP"/>
              </a:rPr>
              <a:t>SF₆</a:t>
            </a:r>
          </a:p>
        </p:txBody>
      </p:sp>
      <p:cxnSp>
        <p:nvCxnSpPr>
          <p:cNvPr id="215" name="結合線・接続線"/>
          <p:cNvCxnSpPr/>
          <p:nvPr/>
        </p:nvCxnSpPr>
        <p:spPr>
          <a:xfrm>
            <a:off x="4829175" y="7839074"/>
            <a:ext cx="1590675" cy="0"/>
          </a:xfrm>
          <a:prstGeom prst="line">
            <a:avLst/>
          </a:prstGeom>
          <a:ln w="28575">
            <a:solidFill>
              <a:srgbClr val="11111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" name="枠｜"/>
          <p:cNvSpPr/>
          <p:nvPr/>
        </p:nvSpPr>
        <p:spPr>
          <a:xfrm>
            <a:off x="6438900" y="7410449"/>
            <a:ext cx="3419475" cy="1657350"/>
          </a:xfrm>
          <a:prstGeom prst="roundRect">
            <a:avLst>
              <a:gd name="adj" fmla="val 7000"/>
            </a:avLst>
          </a:prstGeom>
          <a:solidFill>
            <a:srgbClr val="F0EEFB"/>
          </a:solidFill>
          <a:ln w="1524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文字｜反応ネットワークを生成"/>
          <p:cNvSpPr txBox="1"/>
          <p:nvPr/>
        </p:nvSpPr>
        <p:spPr>
          <a:xfrm>
            <a:off x="6591300" y="7429500"/>
            <a:ext cx="3114675" cy="3714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950" b="1">
                <a:solidFill>
                  <a:srgbClr val="111111"/>
                </a:solidFill>
                <a:latin typeface="Noto Sans CJK JP"/>
              </a:defRPr>
            </a:pPr>
            <a:r>
              <a:rPr sz="1950" b="1">
                <a:solidFill>
                  <a:srgbClr val="111111"/>
                </a:solidFill>
                <a:latin typeface="Noto Sans CJK JP"/>
                <a:ea typeface="Noto Sans CJK JP"/>
              </a:rPr>
              <a:t>反応ネットワークを生成</a:t>
            </a:r>
          </a:p>
        </p:txBody>
      </p:sp>
      <p:sp>
        <p:nvSpPr>
          <p:cNvPr id="218" name="図形"/>
          <p:cNvSpPr/>
          <p:nvPr/>
        </p:nvSpPr>
        <p:spPr>
          <a:xfrm>
            <a:off x="6981825" y="7781924"/>
            <a:ext cx="476250" cy="476250"/>
          </a:xfrm>
          <a:prstGeom prst="ellipse">
            <a:avLst/>
          </a:prstGeom>
          <a:solidFill>
            <a:srgbClr val="5E6365"/>
          </a:solidFill>
          <a:ln w="14287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文字｜CF₄"/>
          <p:cNvSpPr txBox="1"/>
          <p:nvPr/>
        </p:nvSpPr>
        <p:spPr>
          <a:xfrm>
            <a:off x="6981825" y="7781924"/>
            <a:ext cx="476250" cy="476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41" b="0">
                <a:solidFill>
                  <a:srgbClr val="FFFFFF"/>
                </a:solidFill>
                <a:latin typeface="Noto Sans CJK JP"/>
              </a:defRPr>
            </a:pPr>
            <a:r>
              <a:rPr sz="1541" b="0">
                <a:solidFill>
                  <a:srgbClr val="FFFFFF"/>
                </a:solidFill>
                <a:latin typeface="Noto Sans CJK JP"/>
                <a:ea typeface="Noto Sans CJK JP"/>
              </a:rPr>
              <a:t>CF₄</a:t>
            </a:r>
          </a:p>
        </p:txBody>
      </p:sp>
      <p:sp>
        <p:nvSpPr>
          <p:cNvPr id="220" name="図形"/>
          <p:cNvSpPr/>
          <p:nvPr/>
        </p:nvSpPr>
        <p:spPr>
          <a:xfrm>
            <a:off x="6981825" y="8448675"/>
            <a:ext cx="476250" cy="476250"/>
          </a:xfrm>
          <a:prstGeom prst="ellipse">
            <a:avLst/>
          </a:prstGeom>
          <a:solidFill>
            <a:srgbClr val="DBEDF9"/>
          </a:solidFill>
          <a:ln w="14287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文字｜e⁻"/>
          <p:cNvSpPr txBox="1"/>
          <p:nvPr/>
        </p:nvSpPr>
        <p:spPr>
          <a:xfrm>
            <a:off x="6981825" y="8448675"/>
            <a:ext cx="476250" cy="476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111111"/>
                </a:solidFill>
                <a:latin typeface="Noto Sans CJK JP"/>
              </a:defRPr>
            </a:pPr>
            <a:r>
              <a:rPr sz="1650" b="0">
                <a:solidFill>
                  <a:srgbClr val="111111"/>
                </a:solidFill>
                <a:latin typeface="Noto Sans CJK JP"/>
                <a:ea typeface="Noto Sans CJK JP"/>
              </a:rPr>
              <a:t>e⁻</a:t>
            </a:r>
          </a:p>
        </p:txBody>
      </p:sp>
      <p:sp>
        <p:nvSpPr>
          <p:cNvPr id="222" name="図形"/>
          <p:cNvSpPr/>
          <p:nvPr/>
        </p:nvSpPr>
        <p:spPr>
          <a:xfrm>
            <a:off x="8867775" y="7781924"/>
            <a:ext cx="476250" cy="476250"/>
          </a:xfrm>
          <a:prstGeom prst="ellipse">
            <a:avLst/>
          </a:prstGeom>
          <a:solidFill>
            <a:srgbClr val="5E6365"/>
          </a:solidFill>
          <a:ln w="14287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文字｜CF₃"/>
          <p:cNvSpPr txBox="1"/>
          <p:nvPr/>
        </p:nvSpPr>
        <p:spPr>
          <a:xfrm>
            <a:off x="8867775" y="7781924"/>
            <a:ext cx="476250" cy="476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41" b="0">
                <a:solidFill>
                  <a:srgbClr val="FFFFFF"/>
                </a:solidFill>
                <a:latin typeface="Noto Sans CJK JP"/>
              </a:defRPr>
            </a:pPr>
            <a:r>
              <a:rPr sz="1541" b="0">
                <a:solidFill>
                  <a:srgbClr val="FFFFFF"/>
                </a:solidFill>
                <a:latin typeface="Noto Sans CJK JP"/>
                <a:ea typeface="Noto Sans CJK JP"/>
              </a:rPr>
              <a:t>CF₃</a:t>
            </a:r>
          </a:p>
        </p:txBody>
      </p:sp>
      <p:sp>
        <p:nvSpPr>
          <p:cNvPr id="224" name="図形"/>
          <p:cNvSpPr/>
          <p:nvPr/>
        </p:nvSpPr>
        <p:spPr>
          <a:xfrm>
            <a:off x="8867775" y="8448675"/>
            <a:ext cx="476250" cy="476250"/>
          </a:xfrm>
          <a:prstGeom prst="ellipse">
            <a:avLst/>
          </a:prstGeom>
          <a:solidFill>
            <a:srgbClr val="B6DCAA"/>
          </a:solidFill>
          <a:ln w="14287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文字｜F"/>
          <p:cNvSpPr txBox="1"/>
          <p:nvPr/>
        </p:nvSpPr>
        <p:spPr>
          <a:xfrm>
            <a:off x="8867775" y="8448675"/>
            <a:ext cx="476250" cy="476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111111"/>
                </a:solidFill>
                <a:latin typeface="Noto Sans CJK JP"/>
              </a:defRPr>
            </a:pPr>
            <a:r>
              <a:rPr sz="1650" b="0">
                <a:solidFill>
                  <a:srgbClr val="111111"/>
                </a:solidFill>
                <a:latin typeface="Noto Sans CJK JP"/>
                <a:ea typeface="Noto Sans CJK JP"/>
              </a:rPr>
              <a:t>F</a:t>
            </a:r>
          </a:p>
        </p:txBody>
      </p:sp>
      <p:sp>
        <p:nvSpPr>
          <p:cNvPr id="226" name="枠｜"/>
          <p:cNvSpPr/>
          <p:nvPr/>
        </p:nvSpPr>
        <p:spPr>
          <a:xfrm>
            <a:off x="7991475" y="8201025"/>
            <a:ext cx="304800" cy="33337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7" name="結合線・接続線"/>
          <p:cNvCxnSpPr/>
          <p:nvPr/>
        </p:nvCxnSpPr>
        <p:spPr>
          <a:xfrm>
            <a:off x="7505700" y="8058150"/>
            <a:ext cx="438150" cy="219075"/>
          </a:xfrm>
          <a:prstGeom prst="line">
            <a:avLst/>
          </a:prstGeom>
          <a:ln w="20955">
            <a:solidFill>
              <a:srgbClr val="11111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結合線・接続線"/>
          <p:cNvCxnSpPr/>
          <p:nvPr/>
        </p:nvCxnSpPr>
        <p:spPr>
          <a:xfrm flipV="1">
            <a:off x="7505700" y="8439150"/>
            <a:ext cx="438150" cy="200025"/>
          </a:xfrm>
          <a:prstGeom prst="line">
            <a:avLst/>
          </a:prstGeom>
          <a:ln w="20955">
            <a:solidFill>
              <a:srgbClr val="11111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結合線・接続線"/>
          <p:cNvCxnSpPr/>
          <p:nvPr/>
        </p:nvCxnSpPr>
        <p:spPr>
          <a:xfrm flipV="1">
            <a:off x="8353424" y="8058150"/>
            <a:ext cx="485776" cy="219075"/>
          </a:xfrm>
          <a:prstGeom prst="line">
            <a:avLst/>
          </a:prstGeom>
          <a:ln w="20955">
            <a:solidFill>
              <a:srgbClr val="11111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結合線・接続線"/>
          <p:cNvCxnSpPr/>
          <p:nvPr/>
        </p:nvCxnSpPr>
        <p:spPr>
          <a:xfrm>
            <a:off x="8353424" y="8439150"/>
            <a:ext cx="485776" cy="200025"/>
          </a:xfrm>
          <a:prstGeom prst="line">
            <a:avLst/>
          </a:prstGeom>
          <a:ln w="20955">
            <a:solidFill>
              <a:srgbClr val="11111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文字｜登録済み経路の例"/>
          <p:cNvSpPr txBox="1"/>
          <p:nvPr/>
        </p:nvSpPr>
        <p:spPr>
          <a:xfrm>
            <a:off x="7543800" y="8810625"/>
            <a:ext cx="1514475" cy="2190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11111"/>
                </a:solidFill>
                <a:latin typeface="Noto Sans CJK JP"/>
              </a:defRPr>
            </a:pPr>
            <a:r>
              <a:rPr sz="1200" b="0">
                <a:solidFill>
                  <a:srgbClr val="111111"/>
                </a:solidFill>
                <a:latin typeface="Noto Sans CJK JP"/>
                <a:ea typeface="Noto Sans CJK JP"/>
              </a:rPr>
              <a:t>登録済み経路の例</a:t>
            </a:r>
          </a:p>
        </p:txBody>
      </p:sp>
      <p:sp>
        <p:nvSpPr>
          <p:cNvPr id="232" name="枠｜"/>
          <p:cNvSpPr/>
          <p:nvPr/>
        </p:nvSpPr>
        <p:spPr>
          <a:xfrm>
            <a:off x="10915650" y="6419850"/>
            <a:ext cx="3438525" cy="952500"/>
          </a:xfrm>
          <a:prstGeom prst="roundRect">
            <a:avLst>
              <a:gd name="adj" fmla="val 7000"/>
            </a:avLst>
          </a:prstGeom>
          <a:solidFill>
            <a:srgbClr val="EFF6FC"/>
          </a:solidFill>
          <a:ln w="1524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文字｜反応一覧"/>
          <p:cNvSpPr txBox="1"/>
          <p:nvPr/>
        </p:nvSpPr>
        <p:spPr>
          <a:xfrm>
            <a:off x="11068050" y="6457950"/>
            <a:ext cx="3143250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11111"/>
                </a:solidFill>
                <a:latin typeface="Noto Sans CJK JP"/>
              </a:defRPr>
            </a:pPr>
            <a:r>
              <a:rPr sz="1875" b="1">
                <a:solidFill>
                  <a:srgbClr val="111111"/>
                </a:solidFill>
                <a:latin typeface="Noto Sans CJK JP"/>
                <a:ea typeface="Noto Sans CJK JP"/>
              </a:rPr>
              <a:t>反応一覧</a:t>
            </a:r>
          </a:p>
        </p:txBody>
      </p:sp>
      <p:sp>
        <p:nvSpPr>
          <p:cNvPr id="234" name="文字｜e⁻ + CF₄ → e⁻ + CF₃ + F&#10;…"/>
          <p:cNvSpPr txBox="1"/>
          <p:nvPr/>
        </p:nvSpPr>
        <p:spPr>
          <a:xfrm>
            <a:off x="11172825" y="6762750"/>
            <a:ext cx="3019425" cy="552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72" b="0">
                <a:solidFill>
                  <a:srgbClr val="111111"/>
                </a:solidFill>
                <a:latin typeface="Noto Sans CJK JP"/>
              </a:defRPr>
            </a:pPr>
            <a:r>
              <a:rPr sz="1872" b="0">
                <a:solidFill>
                  <a:srgbClr val="111111"/>
                </a:solidFill>
                <a:latin typeface="Noto Sans CJK JP"/>
                <a:ea typeface="Noto Sans CJK JP"/>
              </a:rPr>
              <a:t>e⁻ + CF₄ → e⁻ + CF₃ + F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72" b="0">
                <a:solidFill>
                  <a:srgbClr val="111111"/>
                </a:solidFill>
                <a:latin typeface="Noto Sans CJK JP"/>
              </a:defRPr>
            </a:pPr>
            <a:r>
              <a:rPr sz="1872" b="0">
                <a:solidFill>
                  <a:srgbClr val="111111"/>
                </a:solidFill>
                <a:latin typeface="Noto Sans CJK JP"/>
                <a:ea typeface="Noto Sans CJK JP"/>
              </a:rPr>
              <a:t>…</a:t>
            </a:r>
          </a:p>
        </p:txBody>
      </p:sp>
      <p:sp>
        <p:nvSpPr>
          <p:cNvPr id="235" name="枠｜"/>
          <p:cNvSpPr/>
          <p:nvPr/>
        </p:nvSpPr>
        <p:spPr>
          <a:xfrm>
            <a:off x="10915650" y="7458075"/>
            <a:ext cx="3438525" cy="800100"/>
          </a:xfrm>
          <a:prstGeom prst="roundRect">
            <a:avLst>
              <a:gd name="adj" fmla="val 7000"/>
            </a:avLst>
          </a:prstGeom>
          <a:solidFill>
            <a:srgbClr val="FFF9E9"/>
          </a:solidFill>
          <a:ln w="1524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文字｜生成系譜"/>
          <p:cNvSpPr txBox="1"/>
          <p:nvPr/>
        </p:nvSpPr>
        <p:spPr>
          <a:xfrm>
            <a:off x="11068050" y="7496174"/>
            <a:ext cx="3143250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11111"/>
                </a:solidFill>
                <a:latin typeface="Noto Sans CJK JP"/>
              </a:defRPr>
            </a:pPr>
            <a:r>
              <a:rPr sz="1875" b="1">
                <a:solidFill>
                  <a:srgbClr val="111111"/>
                </a:solidFill>
                <a:latin typeface="Noto Sans CJK JP"/>
                <a:ea typeface="Noto Sans CJK JP"/>
              </a:rPr>
              <a:t>生成系譜</a:t>
            </a:r>
          </a:p>
        </p:txBody>
      </p:sp>
      <p:sp>
        <p:nvSpPr>
          <p:cNvPr id="237" name="文字｜CF₄ → CF₃（発見時の由来）"/>
          <p:cNvSpPr txBox="1"/>
          <p:nvPr/>
        </p:nvSpPr>
        <p:spPr>
          <a:xfrm>
            <a:off x="11144250" y="7820025"/>
            <a:ext cx="306705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19" b="0">
                <a:solidFill>
                  <a:srgbClr val="111111"/>
                </a:solidFill>
                <a:latin typeface="Noto Sans CJK JP"/>
              </a:defRPr>
            </a:pPr>
            <a:r>
              <a:rPr sz="1719" b="0">
                <a:solidFill>
                  <a:srgbClr val="111111"/>
                </a:solidFill>
                <a:latin typeface="Noto Sans CJK JP"/>
                <a:ea typeface="Noto Sans CJK JP"/>
              </a:rPr>
              <a:t>CF₄ → CF₃（発見時の由来）</a:t>
            </a:r>
          </a:p>
        </p:txBody>
      </p:sp>
      <p:sp>
        <p:nvSpPr>
          <p:cNvPr id="238" name="枠｜"/>
          <p:cNvSpPr/>
          <p:nvPr/>
        </p:nvSpPr>
        <p:spPr>
          <a:xfrm>
            <a:off x="10915650" y="8343900"/>
            <a:ext cx="3438525" cy="942975"/>
          </a:xfrm>
          <a:prstGeom prst="roundRect">
            <a:avLst>
              <a:gd name="adj" fmla="val 7000"/>
            </a:avLst>
          </a:prstGeom>
          <a:solidFill>
            <a:srgbClr val="FDEAEA"/>
          </a:solidFill>
          <a:ln w="1524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文字｜データ不足"/>
          <p:cNvSpPr txBox="1"/>
          <p:nvPr/>
        </p:nvSpPr>
        <p:spPr>
          <a:xfrm>
            <a:off x="11068050" y="8381999"/>
            <a:ext cx="3143250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11111"/>
                </a:solidFill>
                <a:latin typeface="Noto Sans CJK JP"/>
              </a:defRPr>
            </a:pPr>
            <a:r>
              <a:rPr sz="1875" b="1">
                <a:solidFill>
                  <a:srgbClr val="111111"/>
                </a:solidFill>
                <a:latin typeface="Noto Sans CJK JP"/>
                <a:ea typeface="Noto Sans CJK JP"/>
              </a:rPr>
              <a:t>データ不足</a:t>
            </a:r>
          </a:p>
        </p:txBody>
      </p:sp>
      <p:sp>
        <p:nvSpPr>
          <p:cNvPr id="240" name="文字｜反応チャネル・データセット・物性"/>
          <p:cNvSpPr txBox="1"/>
          <p:nvPr/>
        </p:nvSpPr>
        <p:spPr>
          <a:xfrm>
            <a:off x="11068050" y="8763000"/>
            <a:ext cx="314325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11111"/>
                </a:solidFill>
                <a:latin typeface="Noto Sans CJK JP"/>
              </a:defRPr>
            </a:pPr>
            <a:r>
              <a:rPr sz="1500" b="0">
                <a:solidFill>
                  <a:srgbClr val="111111"/>
                </a:solidFill>
                <a:latin typeface="Noto Sans CJK JP"/>
                <a:ea typeface="Noto Sans CJK JP"/>
              </a:rPr>
              <a:t>反応チャネル・データセット・物性</a:t>
            </a:r>
          </a:p>
        </p:txBody>
      </p:sp>
      <p:sp>
        <p:nvSpPr>
          <p:cNvPr id="241" name="曲線矢印"/>
          <p:cNvSpPr/>
          <p:nvPr/>
        </p:nvSpPr>
        <p:spPr>
          <a:xfrm>
            <a:off x="9867900" y="6934200"/>
            <a:ext cx="1019174" cy="857250"/>
          </a:xfrm>
          <a:custGeom>
            <a:avLst/>
            <a:gdLst/>
            <a:ahLst/>
            <a:cxnLst/>
            <a:rect l="0" t="0" r="w" b="h"/>
            <a:pathLst>
              <a:path w="100000" h="100000" fill="none" stroke="1">
                <a:moveTo>
                  <a:pt x="0" y="100000"/>
                </a:moveTo>
                <a:cubicBezTo>
                  <a:pt x="28037" y="100000"/>
                  <a:pt x="28972" y="100000"/>
                  <a:pt x="28972" y="74444"/>
                </a:cubicBezTo>
                <a:cubicBezTo>
                  <a:pt x="28972" y="3333"/>
                  <a:pt x="24299" y="0"/>
                  <a:pt x="47664" y="0"/>
                </a:cubicBezTo>
                <a:cubicBezTo>
                  <a:pt x="61682" y="0"/>
                  <a:pt x="82243" y="0"/>
                  <a:pt x="100000" y="0"/>
                </a:cubicBezTo>
              </a:path>
            </a:pathLst>
          </a:custGeom>
          <a:noFill/>
          <a:ln w="20955">
            <a:solidFill>
              <a:srgbClr val="111111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2" name="結合線・接続線"/>
          <p:cNvCxnSpPr/>
          <p:nvPr/>
        </p:nvCxnSpPr>
        <p:spPr>
          <a:xfrm>
            <a:off x="9867900" y="8077200"/>
            <a:ext cx="1019175" cy="0"/>
          </a:xfrm>
          <a:prstGeom prst="line">
            <a:avLst/>
          </a:prstGeom>
          <a:ln w="23812">
            <a:solidFill>
              <a:srgbClr val="11111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3" name="曲線矢印"/>
          <p:cNvSpPr/>
          <p:nvPr/>
        </p:nvSpPr>
        <p:spPr>
          <a:xfrm>
            <a:off x="9867900" y="8372475"/>
            <a:ext cx="1019174" cy="438150"/>
          </a:xfrm>
          <a:custGeom>
            <a:avLst/>
            <a:gdLst/>
            <a:ahLst/>
            <a:cxnLst/>
            <a:rect l="0" t="0" r="w" b="h"/>
            <a:pathLst>
              <a:path w="100000" h="100000" fill="none" stroke="1">
                <a:moveTo>
                  <a:pt x="0" y="0"/>
                </a:moveTo>
                <a:cubicBezTo>
                  <a:pt x="28037" y="0"/>
                  <a:pt x="28972" y="0"/>
                  <a:pt x="28972" y="45652"/>
                </a:cubicBezTo>
                <a:cubicBezTo>
                  <a:pt x="28972" y="97826"/>
                  <a:pt x="24299" y="100000"/>
                  <a:pt x="47664" y="100000"/>
                </a:cubicBezTo>
                <a:cubicBezTo>
                  <a:pt x="61682" y="100000"/>
                  <a:pt x="82243" y="100000"/>
                  <a:pt x="100000" y="100000"/>
                </a:cubicBezTo>
              </a:path>
            </a:pathLst>
          </a:custGeom>
          <a:noFill/>
          <a:ln w="20955">
            <a:solidFill>
              <a:srgbClr val="111111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文字｜化学種・反応を再利用｜混合ガスの組成ごとに専用の登録簿を作る必要はない"/>
          <p:cNvSpPr txBox="1"/>
          <p:nvPr/>
        </p:nvSpPr>
        <p:spPr>
          <a:xfrm>
            <a:off x="238125" y="9277350"/>
            <a:ext cx="14154150" cy="3143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111111"/>
                </a:solidFill>
                <a:latin typeface="Noto Sans CJK JP"/>
              </a:defRPr>
            </a:pPr>
            <a:r>
              <a:rPr sz="1575" b="0">
                <a:solidFill>
                  <a:srgbClr val="111111"/>
                </a:solidFill>
                <a:latin typeface="Noto Sans CJK JP"/>
                <a:ea typeface="Noto Sans CJK JP"/>
              </a:rPr>
              <a:t>化学種・反応を再利用｜混合ガスの組成ごとに専用の登録簿を作る必要はない</a:t>
            </a:r>
          </a:p>
        </p:txBody>
      </p:sp>
    </p:spTree>
  </p:cSld>
  <p:clrMapOvr>
    <a:masterClrMapping/>
  </p:clrMapOvr>
</p:sld>
</file>

<file path=ppt/theme/extra_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react_gen：反応・処理概念図（元画像対応版）</dc:title>
  <dc:subject>update2_db｜原子・結合・電荷・電子・処理経路を編集可能な図形で再構成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extra_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extra_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2026-10-06T22:21:59.3160000Z</dcterms:created>
  <dcterms:modified xsi:type="dcterms:W3CDTF">2026-10-06T22:21:59.3160000Z</dcterms:modified>
</coreProperties>
</file>