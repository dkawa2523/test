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境界演算子（DeepONet）特許 図集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作成済みの全画像をPowerPointに収録（全15枚 + セクション）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セクション1：改訂（見やすさ重視）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（画像はスライド上で移動・拡大縮小できます）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clear_A_ch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0" y="0"/>
            <a:ext cx="118832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clear_B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0" y="0"/>
            <a:ext cx="118832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clear_C_plas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0" y="0"/>
            <a:ext cx="118832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clear_D_flo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0" y="0"/>
            <a:ext cx="118832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clear_E_dielec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0" y="0"/>
            <a:ext cx="118832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セクション2：チャンバー/プラズマ着目（前版）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（画像はスライド上で移動・拡大縮小できます）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chamber_focus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plasma_focus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plasma_focu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floating_focus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dielectric_focus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セクション3：用途別（説明用）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（画像はスライド上で移動・拡大縮小できます）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use1_boundary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use2_samplingplan_fai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use3_training_trans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use4_phase_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tent_boundary_ai_use5_uncertainty_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" y="0"/>
            <a:ext cx="118841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Generated by ChatGPT</cp:lastModifiedBy>
  <cp:revision>1</cp:revision>
  <dcterms:created xsi:type="dcterms:W3CDTF">2026-03-03T06:49:57Z</dcterms:created>
  <dcterms:modified xsi:type="dcterms:W3CDTF">2026-03-03T06:49:57Z</dcterms:modified>
</cp:coreProperties>
</file>