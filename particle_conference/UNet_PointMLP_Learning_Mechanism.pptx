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031d7bae74ce1" /><Relationship Type="http://schemas.openxmlformats.org/officeDocument/2006/relationships/extended-properties" Target="/docProps/app.xml" Id="R9b2a71d5b81e4c8a" /><Relationship Type="http://schemas.openxmlformats.org/officeDocument/2006/relationships/officeDocument" Target="/ppt/presentation.xml" Id="Rf991c7bb39334d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24cdad29a44639"/>
  </p:sldMasterIdLst>
  <p:notesMasterIdLst>
    <p:notesMasterId xmlns:r="http://schemas.openxmlformats.org/officeDocument/2006/relationships" r:id="R04601ab6ca2a4600"/>
  </p:notesMasterIdLst>
  <p:sldIdLst>
    <p:sldId xmlns:r="http://schemas.openxmlformats.org/officeDocument/2006/relationships" id="256" r:id="Rc3e573ace4eb4955"/>
    <p:sldId xmlns:r="http://schemas.openxmlformats.org/officeDocument/2006/relationships" id="257" r:id="R339351b4576c489c"/>
  </p:sldIdLst>
  <p:sldSz cx="146304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e7b76881314732" /><Relationship Type="http://schemas.openxmlformats.org/officeDocument/2006/relationships/slideMaster" Target="/ppt/slideMasters/slideMaster1.xml" Id="Rbf24cdad29a44639" /><Relationship Type="http://schemas.openxmlformats.org/officeDocument/2006/relationships/notesMaster" Target="/ppt/notesMasters/notesMaster1.xml" Id="R04601ab6ca2a4600" /><Relationship Type="http://schemas.openxmlformats.org/officeDocument/2006/relationships/presProps" Target="/ppt/presProps.xml" Id="R915454c1b8dd41d8" /><Relationship Type="http://schemas.openxmlformats.org/officeDocument/2006/relationships/tableStyles" Target="/ppt/tableStyles.xml" Id="Rcb2c2209c94e42bd" /><Relationship Type="http://schemas.openxmlformats.org/officeDocument/2006/relationships/slide" Target="/ppt/slides/slide1.xml" Id="Rc3e573ace4eb4955" /><Relationship Type="http://schemas.openxmlformats.org/officeDocument/2006/relationships/slide" Target="/ppt/slides/slide2.xml" Id="R339351b4576c48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6ebfe82641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02d0394ffc4834" /><Relationship Type="http://schemas.openxmlformats.org/officeDocument/2006/relationships/notesMaster" Target="/ppt/notesMasters/notesMaster1.xml" Id="R9fe89cc775254e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7f40184d4d4dc1" /><Relationship Type="http://schemas.openxmlformats.org/officeDocument/2006/relationships/notesMaster" Target="/ppt/notesMasters/notesMaster1.xml" Id="R52706bc252ab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Pixel-faithful version of the approved reference image. Use this slide when visual identity is the priority.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of the reference figure. Titles, labels, major arrows, supervision loops, output/loss blocks, and the lane separator are native PowerPoint objects. Fine scientific glyphs are independent raster layers cropped from the approved reference to preserve their exact appearance.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7babd6c934a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7081e4edf1478a" /><Relationship Type="http://schemas.openxmlformats.org/officeDocument/2006/relationships/slideLayout" Target="/ppt/slideLayouts/slideLayout1.xml" Id="R6c1690e5e267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1690e5e267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a540c0fd9467f" /><Relationship Type="http://schemas.openxmlformats.org/officeDocument/2006/relationships/image" Target="/ppt/media/image.jpeg" Id="R98b51baad55b40f1" /><Relationship Type="http://schemas.openxmlformats.org/officeDocument/2006/relationships/notesSlide" Target="/ppt/notesSlides/notesSlide1.xml" Id="R6b3440d34b154c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6dfecbb74ff8" /><Relationship Type="http://schemas.openxmlformats.org/officeDocument/2006/relationships/image" Target="/ppt/media/image.png" Id="R01aa886f234b426a" /><Relationship Type="http://schemas.openxmlformats.org/officeDocument/2006/relationships/image" Target="/ppt/media/image2.png" Id="R337a0d55c8d24ee7" /><Relationship Type="http://schemas.openxmlformats.org/officeDocument/2006/relationships/image" Target="/ppt/media/image3.png" Id="Ra7b93e88e1f54c15" /><Relationship Type="http://schemas.openxmlformats.org/officeDocument/2006/relationships/image" Target="/ppt/media/image4.png" Id="Rd95b20f2f2bc45f4" /><Relationship Type="http://schemas.openxmlformats.org/officeDocument/2006/relationships/image" Target="/ppt/media/image5.png" Id="R0f33712b4dcf463e" /><Relationship Type="http://schemas.openxmlformats.org/officeDocument/2006/relationships/image" Target="/ppt/media/image6.png" Id="Ra5225b0d3d3e4bb9" /><Relationship Type="http://schemas.openxmlformats.org/officeDocument/2006/relationships/image" Target="/ppt/media/image7.png" Id="R32dfa44bbd4145b0" /><Relationship Type="http://schemas.openxmlformats.org/officeDocument/2006/relationships/image" Target="/ppt/media/image8.png" Id="R0e352ea9c9e0487b" /><Relationship Type="http://schemas.openxmlformats.org/officeDocument/2006/relationships/image" Target="/ppt/media/image9.png" Id="R9d65c42f6c5247c7" /><Relationship Type="http://schemas.openxmlformats.org/officeDocument/2006/relationships/image" Target="/ppt/media/image10.png" Id="R8d28c20f724a4bb5" /><Relationship Type="http://schemas.openxmlformats.org/officeDocument/2006/relationships/image" Target="/ppt/media/image11.png" Id="R4ff8a98a4b4143d4" /><Relationship Type="http://schemas.openxmlformats.org/officeDocument/2006/relationships/image" Target="/ppt/media/image12.png" Id="R7de0001f9e4147a7" /><Relationship Type="http://schemas.openxmlformats.org/officeDocument/2006/relationships/image" Target="/ppt/media/image13.png" Id="R878f8d7c28354f87" /><Relationship Type="http://schemas.openxmlformats.org/officeDocument/2006/relationships/image" Target="/ppt/media/image14.png" Id="R750524bb643c4b9a" /><Relationship Type="http://schemas.openxmlformats.org/officeDocument/2006/relationships/image" Target="/ppt/media/image15.png" Id="R31b7e289250c42ab" /><Relationship Type="http://schemas.openxmlformats.org/officeDocument/2006/relationships/image" Target="/ppt/media/image16.png" Id="R4ea302d867d3417c" /><Relationship Type="http://schemas.openxmlformats.org/officeDocument/2006/relationships/image" Target="/ppt/media/image17.png" Id="Rbd2a970e012f47fa" /><Relationship Type="http://schemas.openxmlformats.org/officeDocument/2006/relationships/notesSlide" Target="/ppt/notesSlides/notesSlide2.xml" Id="Rf2e830db8e2541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51baad55b40f1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731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85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lane-separator">
            <a:extLst xmlns:a="http://schemas.openxmlformats.org/drawingml/2006/main">
              <a:ext uri="{FF2B5EF4-FFF2-40B4-BE49-F238E27FC236}">
                <a16:creationId xmlns:a16="http://schemas.microsoft.com/office/drawing/2014/main" id="{5C28EA14-7FC4-4CAF-BEBC-0BC0325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38550"/>
            <a:ext cx="14373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D8D8D"/>
            </a:solidFill>
            <a:prstDash val="solid"/>
          </a:ln>
        </p:spPr>
      </p:sp>
      <p:sp>
        <p:nvSpPr>
          <p:cNvPr id="2" name="u-net-flow-1-line">
            <a:extLst xmlns:a="http://schemas.openxmlformats.org/drawingml/2006/main">
              <a:ext uri="{FF2B5EF4-FFF2-40B4-BE49-F238E27FC236}">
                <a16:creationId xmlns:a16="http://schemas.microsoft.com/office/drawing/2014/main" id="{FD966045-8147-40CF-8300-5BB98529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33575"/>
            <a:ext cx="4876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3" name="u-net-flow-1-head">
            <a:extLst xmlns:a="http://schemas.openxmlformats.org/drawingml/2006/main">
              <a:ext uri="{FF2B5EF4-FFF2-40B4-BE49-F238E27FC236}">
                <a16:creationId xmlns:a16="http://schemas.microsoft.com/office/drawing/2014/main" id="{8150446A-6B12-4034-B791-298861B7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38350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4" name="u-net-flow-2-line">
            <a:extLst xmlns:a="http://schemas.openxmlformats.org/drawingml/2006/main">
              <a:ext uri="{FF2B5EF4-FFF2-40B4-BE49-F238E27FC236}">
                <a16:creationId xmlns:a16="http://schemas.microsoft.com/office/drawing/2014/main" id="{B862BFE2-93CC-4F8E-AAD8-46C34B1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33575"/>
            <a:ext cx="2590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5" name="u-net-flow-2-head">
            <a:extLst xmlns:a="http://schemas.openxmlformats.org/drawingml/2006/main">
              <a:ext uri="{FF2B5EF4-FFF2-40B4-BE49-F238E27FC236}">
                <a16:creationId xmlns:a16="http://schemas.microsoft.com/office/drawing/2014/main" id="{4077619C-885A-42C2-B39A-7F4D4D8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7125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6" name="u-net-flow-3-line">
            <a:extLst xmlns:a="http://schemas.openxmlformats.org/drawingml/2006/main">
              <a:ext uri="{FF2B5EF4-FFF2-40B4-BE49-F238E27FC236}">
                <a16:creationId xmlns:a16="http://schemas.microsoft.com/office/drawing/2014/main" id="{9D3CD0C2-4A6E-442E-8ADC-781CE41B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33575"/>
            <a:ext cx="7353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7" name="u-net-flow-3-head">
            <a:extLst xmlns:a="http://schemas.openxmlformats.org/drawingml/2006/main">
              <a:ext uri="{FF2B5EF4-FFF2-40B4-BE49-F238E27FC236}">
                <a16:creationId xmlns:a16="http://schemas.microsoft.com/office/drawing/2014/main" id="{4D793842-2032-454D-B862-49B94EEE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76900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8" name="u-net-flow-4-line">
            <a:extLst xmlns:a="http://schemas.openxmlformats.org/drawingml/2006/main">
              <a:ext uri="{FF2B5EF4-FFF2-40B4-BE49-F238E27FC236}">
                <a16:creationId xmlns:a16="http://schemas.microsoft.com/office/drawing/2014/main" id="{BAAB1265-EB77-4784-AA94-B5C8688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33575"/>
            <a:ext cx="8877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9" name="u-net-flow-4-head">
            <a:extLst xmlns:a="http://schemas.openxmlformats.org/drawingml/2006/main">
              <a:ext uri="{FF2B5EF4-FFF2-40B4-BE49-F238E27FC236}">
                <a16:creationId xmlns:a16="http://schemas.microsoft.com/office/drawing/2014/main" id="{488F5DC0-F746-4863-A28A-CAB41DF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05700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10" name="u-net-flow-5-line">
            <a:extLst xmlns:a="http://schemas.openxmlformats.org/drawingml/2006/main">
              <a:ext uri="{FF2B5EF4-FFF2-40B4-BE49-F238E27FC236}">
                <a16:creationId xmlns:a16="http://schemas.microsoft.com/office/drawing/2014/main" id="{24E0BD6C-68D5-4766-A867-6054C24B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4781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11" name="u-net-flow-5-head">
            <a:extLst xmlns:a="http://schemas.openxmlformats.org/drawingml/2006/main">
              <a:ext uri="{FF2B5EF4-FFF2-40B4-BE49-F238E27FC236}">
                <a16:creationId xmlns:a16="http://schemas.microsoft.com/office/drawing/2014/main" id="{68AC2864-FC49-4558-AC86-B389B2D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12" name="u-net-flow-6-line">
            <a:extLst xmlns:a="http://schemas.openxmlformats.org/drawingml/2006/main">
              <a:ext uri="{FF2B5EF4-FFF2-40B4-BE49-F238E27FC236}">
                <a16:creationId xmlns:a16="http://schemas.microsoft.com/office/drawing/2014/main" id="{833B5701-113A-45DF-9A8A-3BEBC5C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1933575"/>
            <a:ext cx="3543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13" name="u-net-flow-6-head">
            <a:extLst xmlns:a="http://schemas.openxmlformats.org/drawingml/2006/main">
              <a:ext uri="{FF2B5EF4-FFF2-40B4-BE49-F238E27FC236}">
                <a16:creationId xmlns:a16="http://schemas.microsoft.com/office/drawing/2014/main" id="{6D23354F-B66B-4343-89D6-274728FC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829925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14" name="u-net-flow-7-line">
            <a:extLst xmlns:a="http://schemas.openxmlformats.org/drawingml/2006/main">
              <a:ext uri="{FF2B5EF4-FFF2-40B4-BE49-F238E27FC236}">
                <a16:creationId xmlns:a16="http://schemas.microsoft.com/office/drawing/2014/main" id="{DF65EA41-FD93-4F48-8166-EFC998B4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1933575"/>
            <a:ext cx="3638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15" name="u-net-flow-7-head">
            <a:extLst xmlns:a="http://schemas.openxmlformats.org/drawingml/2006/main">
              <a:ext uri="{FF2B5EF4-FFF2-40B4-BE49-F238E27FC236}">
                <a16:creationId xmlns:a16="http://schemas.microsoft.com/office/drawing/2014/main" id="{E50548AE-029A-4811-A2C3-AB1C3A37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944350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16" name="u-net-target-to-loss-line">
            <a:extLst xmlns:a="http://schemas.openxmlformats.org/drawingml/2006/main">
              <a:ext uri="{FF2B5EF4-FFF2-40B4-BE49-F238E27FC236}">
                <a16:creationId xmlns:a16="http://schemas.microsoft.com/office/drawing/2014/main" id="{2323EA30-8666-436E-83B4-513C7F0A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2952095" y="1933575"/>
            <a:ext cx="3067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B63B6"/>
            </a:solidFill>
            <a:prstDash val="solid"/>
          </a:ln>
        </p:spPr>
      </p:sp>
      <p:sp>
        <p:nvSpPr>
          <p:cNvPr id="17" name="u-net-target-to-loss-head">
            <a:extLst xmlns:a="http://schemas.openxmlformats.org/drawingml/2006/main">
              <a:ext uri="{FF2B5EF4-FFF2-40B4-BE49-F238E27FC236}">
                <a16:creationId xmlns:a16="http://schemas.microsoft.com/office/drawing/2014/main" id="{9FBB8F47-9DEB-4494-A154-FA359D42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887325" y="18954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18" name="pointmlp-flow-1-line">
            <a:extLst xmlns:a="http://schemas.openxmlformats.org/drawingml/2006/main">
              <a:ext uri="{FF2B5EF4-FFF2-40B4-BE49-F238E27FC236}">
                <a16:creationId xmlns:a16="http://schemas.microsoft.com/office/drawing/2014/main" id="{788736C6-7D2E-4803-B2F5-188DE22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14975"/>
            <a:ext cx="2590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19" name="pointmlp-flow-1-head">
            <a:extLst xmlns:a="http://schemas.openxmlformats.org/drawingml/2006/main">
              <a:ext uri="{FF2B5EF4-FFF2-40B4-BE49-F238E27FC236}">
                <a16:creationId xmlns:a16="http://schemas.microsoft.com/office/drawing/2014/main" id="{ADC97416-BB8F-4020-B1D5-5FF0D45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76400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20" name="pointmlp-flow-2-line">
            <a:extLst xmlns:a="http://schemas.openxmlformats.org/drawingml/2006/main">
              <a:ext uri="{FF2B5EF4-FFF2-40B4-BE49-F238E27FC236}">
                <a16:creationId xmlns:a16="http://schemas.microsoft.com/office/drawing/2014/main" id="{F21AED4F-ECE7-4F2E-95E7-BF4E52D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14975"/>
            <a:ext cx="3638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21" name="pointmlp-flow-2-head">
            <a:extLst xmlns:a="http://schemas.openxmlformats.org/drawingml/2006/main">
              <a:ext uri="{FF2B5EF4-FFF2-40B4-BE49-F238E27FC236}">
                <a16:creationId xmlns:a16="http://schemas.microsoft.com/office/drawing/2014/main" id="{7497E253-B708-4AC3-A42C-C2357302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62275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22" name="pointmlp-flow-3-line">
            <a:extLst xmlns:a="http://schemas.openxmlformats.org/drawingml/2006/main">
              <a:ext uri="{FF2B5EF4-FFF2-40B4-BE49-F238E27FC236}">
                <a16:creationId xmlns:a16="http://schemas.microsoft.com/office/drawing/2014/main" id="{3333F298-3417-4C61-B358-9A1D12BF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514975"/>
            <a:ext cx="2876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23" name="pointmlp-flow-3-head">
            <a:extLst xmlns:a="http://schemas.openxmlformats.org/drawingml/2006/main">
              <a:ext uri="{FF2B5EF4-FFF2-40B4-BE49-F238E27FC236}">
                <a16:creationId xmlns:a16="http://schemas.microsoft.com/office/drawing/2014/main" id="{8A71A7F5-AD63-4A6D-A1AA-F4F2296B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05300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24" name="pointmlp-flow-4-line">
            <a:extLst xmlns:a="http://schemas.openxmlformats.org/drawingml/2006/main">
              <a:ext uri="{FF2B5EF4-FFF2-40B4-BE49-F238E27FC236}">
                <a16:creationId xmlns:a16="http://schemas.microsoft.com/office/drawing/2014/main" id="{D93368D7-4E82-4FD8-9C0E-178ECAA4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514975"/>
            <a:ext cx="3257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25" name="pointmlp-flow-4-head">
            <a:extLst xmlns:a="http://schemas.openxmlformats.org/drawingml/2006/main">
              <a:ext uri="{FF2B5EF4-FFF2-40B4-BE49-F238E27FC236}">
                <a16:creationId xmlns:a16="http://schemas.microsoft.com/office/drawing/2014/main" id="{E29EF3AE-0A51-4050-B3A7-9205790F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95925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26" name="pointmlp-flow-5-line">
            <a:extLst xmlns:a="http://schemas.openxmlformats.org/drawingml/2006/main">
              <a:ext uri="{FF2B5EF4-FFF2-40B4-BE49-F238E27FC236}">
                <a16:creationId xmlns:a16="http://schemas.microsoft.com/office/drawing/2014/main" id="{96F75B70-EDF4-4740-B2E2-8BEFCC6D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00700"/>
            <a:ext cx="1638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27" name="pointmlp-flow-5-head">
            <a:extLst xmlns:a="http://schemas.openxmlformats.org/drawingml/2006/main">
              <a:ext uri="{FF2B5EF4-FFF2-40B4-BE49-F238E27FC236}">
                <a16:creationId xmlns:a16="http://schemas.microsoft.com/office/drawing/2014/main" id="{C2B9905A-FC2E-4C61-A6D7-FE9FD86C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8925" y="55626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28" name="pointmlp-flow-6-line">
            <a:extLst xmlns:a="http://schemas.openxmlformats.org/drawingml/2006/main">
              <a:ext uri="{FF2B5EF4-FFF2-40B4-BE49-F238E27FC236}">
                <a16:creationId xmlns:a16="http://schemas.microsoft.com/office/drawing/2014/main" id="{A07DF0EE-F7B4-4F16-B6AB-65803C9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00700"/>
            <a:ext cx="2305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29" name="pointmlp-flow-6-head">
            <a:extLst xmlns:a="http://schemas.openxmlformats.org/drawingml/2006/main">
              <a:ext uri="{FF2B5EF4-FFF2-40B4-BE49-F238E27FC236}">
                <a16:creationId xmlns:a16="http://schemas.microsoft.com/office/drawing/2014/main" id="{5F74925D-7EB8-4130-AA11-506E8352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00925" y="55626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30" name="pointmlp-flow-7-line">
            <a:extLst xmlns:a="http://schemas.openxmlformats.org/drawingml/2006/main">
              <a:ext uri="{FF2B5EF4-FFF2-40B4-BE49-F238E27FC236}">
                <a16:creationId xmlns:a16="http://schemas.microsoft.com/office/drawing/2014/main" id="{ED7C07C5-1CE4-4E04-BCEC-C799231A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00700"/>
            <a:ext cx="1828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31" name="pointmlp-flow-7-head">
            <a:extLst xmlns:a="http://schemas.openxmlformats.org/drawingml/2006/main">
              <a:ext uri="{FF2B5EF4-FFF2-40B4-BE49-F238E27FC236}">
                <a16:creationId xmlns:a16="http://schemas.microsoft.com/office/drawing/2014/main" id="{3EBF05F8-F5C0-4C43-AF52-9414920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43900" y="55626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32" name="pointmlp-flow-8-line">
            <a:extLst xmlns:a="http://schemas.openxmlformats.org/drawingml/2006/main">
              <a:ext uri="{FF2B5EF4-FFF2-40B4-BE49-F238E27FC236}">
                <a16:creationId xmlns:a16="http://schemas.microsoft.com/office/drawing/2014/main" id="{6478FE12-AABD-47D0-93E4-D92A0E97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00700"/>
            <a:ext cx="3162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33" name="pointmlp-flow-8-head">
            <a:extLst xmlns:a="http://schemas.openxmlformats.org/drawingml/2006/main">
              <a:ext uri="{FF2B5EF4-FFF2-40B4-BE49-F238E27FC236}">
                <a16:creationId xmlns:a16="http://schemas.microsoft.com/office/drawing/2014/main" id="{F2E2BEAF-65F4-49BE-BE1E-7A8AC411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96400" y="55626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34" name="pointmlp-flow-9-line">
            <a:extLst xmlns:a="http://schemas.openxmlformats.org/drawingml/2006/main">
              <a:ext uri="{FF2B5EF4-FFF2-40B4-BE49-F238E27FC236}">
                <a16:creationId xmlns:a16="http://schemas.microsoft.com/office/drawing/2014/main" id="{BC8CBCBB-40F4-4E7E-B21B-1C573D88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00700"/>
            <a:ext cx="24955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35" name="pointmlp-flow-9-head">
            <a:extLst xmlns:a="http://schemas.openxmlformats.org/drawingml/2006/main">
              <a:ext uri="{FF2B5EF4-FFF2-40B4-BE49-F238E27FC236}">
                <a16:creationId xmlns:a16="http://schemas.microsoft.com/office/drawing/2014/main" id="{810165D7-05D5-4ED8-8D80-F31FB342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10775" y="55626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36" name="pointmlp-flow-10-line">
            <a:extLst xmlns:a="http://schemas.openxmlformats.org/drawingml/2006/main">
              <a:ext uri="{FF2B5EF4-FFF2-40B4-BE49-F238E27FC236}">
                <a16:creationId xmlns:a16="http://schemas.microsoft.com/office/drawing/2014/main" id="{83E107DF-1ED5-4D15-B88C-E88B3336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514975"/>
            <a:ext cx="24003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37" name="pointmlp-flow-10-head">
            <a:extLst xmlns:a="http://schemas.openxmlformats.org/drawingml/2006/main">
              <a:ext uri="{FF2B5EF4-FFF2-40B4-BE49-F238E27FC236}">
                <a16:creationId xmlns:a16="http://schemas.microsoft.com/office/drawing/2014/main" id="{66A43A20-B0F0-4BFE-8D46-99042F86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572875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38" name="pointmlp-flow-11-line">
            <a:extLst xmlns:a="http://schemas.openxmlformats.org/drawingml/2006/main">
              <a:ext uri="{FF2B5EF4-FFF2-40B4-BE49-F238E27FC236}">
                <a16:creationId xmlns:a16="http://schemas.microsoft.com/office/drawing/2014/main" id="{04661DB3-2E06-43F8-A325-1950A8E1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514975"/>
            <a:ext cx="19240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39" name="pointmlp-flow-11-head">
            <a:extLst xmlns:a="http://schemas.openxmlformats.org/drawingml/2006/main">
              <a:ext uri="{FF2B5EF4-FFF2-40B4-BE49-F238E27FC236}">
                <a16:creationId xmlns:a16="http://schemas.microsoft.com/office/drawing/2014/main" id="{A1AC30CB-44D2-4D26-9711-BF775A8A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496800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40" name="pointmlp-target-to-loss-line">
            <a:extLst xmlns:a="http://schemas.openxmlformats.org/drawingml/2006/main">
              <a:ext uri="{FF2B5EF4-FFF2-40B4-BE49-F238E27FC236}">
                <a16:creationId xmlns:a16="http://schemas.microsoft.com/office/drawing/2014/main" id="{55FFE1E7-8AA0-48F0-BEB2-E133AA23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495020" y="5514975"/>
            <a:ext cx="25908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F15A24"/>
            </a:solidFill>
            <a:prstDash val="solid"/>
          </a:ln>
        </p:spPr>
      </p:sp>
      <p:sp>
        <p:nvSpPr>
          <p:cNvPr id="41" name="pointmlp-target-to-loss-head">
            <a:extLst xmlns:a="http://schemas.openxmlformats.org/drawingml/2006/main">
              <a:ext uri="{FF2B5EF4-FFF2-40B4-BE49-F238E27FC236}">
                <a16:creationId xmlns:a16="http://schemas.microsoft.com/office/drawing/2014/main" id="{61F11BFD-6216-4468-BB97-4743D67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430250" y="54768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EBDB8A-6B7F-4842-8A91-011C554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384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5CFFFC-EAB8-4DA6-B37C-454CDFA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1419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53D5BE-017D-4CA4-BC61-1275A0E2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384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F6F47B-F43A-4A29-A767-56151766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DB4191-609F-4576-B7A6-2AC41604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38450"/>
            <a:ext cx="1752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47" name="u-net-context-return-line">
            <a:extLst xmlns:a="http://schemas.openxmlformats.org/drawingml/2006/main">
              <a:ext uri="{FF2B5EF4-FFF2-40B4-BE49-F238E27FC236}">
                <a16:creationId xmlns:a16="http://schemas.microsoft.com/office/drawing/2014/main" id="{1BB463F0-0B35-44D7-80CF-FF72B916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53150" y="2499836"/>
            <a:ext cx="953" cy="3386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48" name="u-net-context-return-head">
            <a:extLst xmlns:a="http://schemas.openxmlformats.org/drawingml/2006/main">
              <a:ext uri="{FF2B5EF4-FFF2-40B4-BE49-F238E27FC236}">
                <a16:creationId xmlns:a16="http://schemas.microsoft.com/office/drawing/2014/main" id="{2E6748D0-4101-4726-B596-AFAEC90F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9813" y="24431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011D86-28EF-472C-B39D-B4DE98F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62775" y="981075"/>
            <a:ext cx="953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50C3CE-D144-4C53-84ED-8E3DDD1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981075"/>
            <a:ext cx="3038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51" name="u-net-long-skip-line">
            <a:extLst xmlns:a="http://schemas.openxmlformats.org/drawingml/2006/main">
              <a:ext uri="{FF2B5EF4-FFF2-40B4-BE49-F238E27FC236}">
                <a16:creationId xmlns:a16="http://schemas.microsoft.com/office/drawing/2014/main" id="{812F822D-EE68-4257-A816-22F73108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981075"/>
            <a:ext cx="953" cy="3005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52" name="u-net-long-skip-head">
            <a:extLst xmlns:a="http://schemas.openxmlformats.org/drawingml/2006/main">
              <a:ext uri="{FF2B5EF4-FFF2-40B4-BE49-F238E27FC236}">
                <a16:creationId xmlns:a16="http://schemas.microsoft.com/office/drawing/2014/main" id="{B12BD7B6-DA4B-4F83-B8CD-EF58D15C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67913" y="12715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3253A7-6D2F-4684-BFAD-B3EFA0F2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257300"/>
            <a:ext cx="1019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54" name="u-net-short-skip-line">
            <a:extLst xmlns:a="http://schemas.openxmlformats.org/drawingml/2006/main">
              <a:ext uri="{FF2B5EF4-FFF2-40B4-BE49-F238E27FC236}">
                <a16:creationId xmlns:a16="http://schemas.microsoft.com/office/drawing/2014/main" id="{2C3759BA-9FF2-4059-AA44-972D9AC6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953" cy="1481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55" name="u-net-short-skip-head">
            <a:extLst xmlns:a="http://schemas.openxmlformats.org/drawingml/2006/main">
              <a:ext uri="{FF2B5EF4-FFF2-40B4-BE49-F238E27FC236}">
                <a16:creationId xmlns:a16="http://schemas.microsoft.com/office/drawing/2014/main" id="{9019C8ED-F01B-4CB5-91B8-AD0AB75C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48613" y="13954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56" name="u-net-mid-skip-line">
            <a:extLst xmlns:a="http://schemas.openxmlformats.org/drawingml/2006/main">
              <a:ext uri="{FF2B5EF4-FFF2-40B4-BE49-F238E27FC236}">
                <a16:creationId xmlns:a16="http://schemas.microsoft.com/office/drawing/2014/main" id="{BC1769BB-0124-4B20-8A89-71CB40F8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981075"/>
            <a:ext cx="953" cy="3195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3B6"/>
            </a:solidFill>
            <a:prstDash val="solid"/>
          </a:ln>
        </p:spPr>
      </p:sp>
      <p:sp>
        <p:nvSpPr>
          <p:cNvPr id="57" name="u-net-mid-skip-head">
            <a:extLst xmlns:a="http://schemas.openxmlformats.org/drawingml/2006/main">
              <a:ext uri="{FF2B5EF4-FFF2-40B4-BE49-F238E27FC236}">
                <a16:creationId xmlns:a16="http://schemas.microsoft.com/office/drawing/2014/main" id="{734F7BA4-CC84-4611-AD78-0B6472F6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96263" y="12906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C98E03-63C1-41DD-9D79-D0768942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71825"/>
            <a:ext cx="8705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63B6"/>
            </a:solidFill>
            <a:prstDash val="dash"/>
          </a:ln>
        </p:spPr>
      </p:sp>
      <p:sp>
        <p:nvSpPr>
          <p:cNvPr id="59" name="u-net-e2e-left-line">
            <a:extLst xmlns:a="http://schemas.openxmlformats.org/drawingml/2006/main">
              <a:ext uri="{FF2B5EF4-FFF2-40B4-BE49-F238E27FC236}">
                <a16:creationId xmlns:a16="http://schemas.microsoft.com/office/drawing/2014/main" id="{DD7F9183-E71C-40C9-9033-5F8D2E6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90950" y="2995136"/>
            <a:ext cx="953" cy="1766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63B6"/>
            </a:solidFill>
            <a:prstDash val="dash"/>
          </a:ln>
        </p:spPr>
      </p:sp>
      <p:sp>
        <p:nvSpPr>
          <p:cNvPr id="60" name="u-net-e2e-left-head">
            <a:extLst xmlns:a="http://schemas.openxmlformats.org/drawingml/2006/main">
              <a:ext uri="{FF2B5EF4-FFF2-40B4-BE49-F238E27FC236}">
                <a16:creationId xmlns:a16="http://schemas.microsoft.com/office/drawing/2014/main" id="{389E333E-8CD9-4650-9E61-0F5D00B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7613" y="29384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61" name="u-net-e2e-right-line">
            <a:extLst xmlns:a="http://schemas.openxmlformats.org/drawingml/2006/main">
              <a:ext uri="{FF2B5EF4-FFF2-40B4-BE49-F238E27FC236}">
                <a16:creationId xmlns:a16="http://schemas.microsoft.com/office/drawing/2014/main" id="{53D474F7-CBF4-4F63-8D3E-7AEBFA5D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496800" y="2395061"/>
            <a:ext cx="953" cy="7767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0B63B6"/>
            </a:solidFill>
            <a:prstDash val="dash"/>
          </a:ln>
        </p:spPr>
      </p:sp>
      <p:sp>
        <p:nvSpPr>
          <p:cNvPr id="62" name="u-net-e2e-right-head">
            <a:extLst xmlns:a="http://schemas.openxmlformats.org/drawingml/2006/main">
              <a:ext uri="{FF2B5EF4-FFF2-40B4-BE49-F238E27FC236}">
                <a16:creationId xmlns:a16="http://schemas.microsoft.com/office/drawing/2014/main" id="{8EA8EDD6-7749-4F69-87FB-CD991DB1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463" y="23383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63B6"/>
          </a:solidFill>
          <a:ln xmlns:a="http://schemas.openxmlformats.org/drawingml/2006/main" w="0">
            <a:solidFill>
              <a:srgbClr val="0B63B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48B96A-1C69-465D-9003-133E84BD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62375" y="421957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15A2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64F0CD-4261-4DDF-AF0A-5E6FE43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19575"/>
            <a:ext cx="7019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15A24"/>
            </a:solidFill>
            <a:prstDash val="solid"/>
          </a:ln>
        </p:spPr>
      </p:sp>
      <p:sp>
        <p:nvSpPr>
          <p:cNvPr id="65" name="pointmlp-long-skip-line">
            <a:extLst xmlns:a="http://schemas.openxmlformats.org/drawingml/2006/main">
              <a:ext uri="{FF2B5EF4-FFF2-40B4-BE49-F238E27FC236}">
                <a16:creationId xmlns:a16="http://schemas.microsoft.com/office/drawing/2014/main" id="{9EF029E7-28EF-4643-827F-52B14A3B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219575"/>
            <a:ext cx="953" cy="2719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15A24"/>
            </a:solidFill>
            <a:prstDash val="solid"/>
          </a:ln>
        </p:spPr>
      </p:sp>
      <p:sp>
        <p:nvSpPr>
          <p:cNvPr id="66" name="pointmlp-long-skip-head">
            <a:extLst xmlns:a="http://schemas.openxmlformats.org/drawingml/2006/main">
              <a:ext uri="{FF2B5EF4-FFF2-40B4-BE49-F238E27FC236}">
                <a16:creationId xmlns:a16="http://schemas.microsoft.com/office/drawing/2014/main" id="{8C454C20-BF60-462A-A993-579A708F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748963" y="44815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835B29-C781-4880-BD0E-6EC2E8D2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62625" y="446722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15A2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118FE6-7BB7-416E-8C44-0A53D62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67225"/>
            <a:ext cx="4648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15A24"/>
            </a:solidFill>
            <a:prstDash val="solid"/>
          </a:ln>
        </p:spPr>
      </p:sp>
      <p:sp>
        <p:nvSpPr>
          <p:cNvPr id="69" name="pointmlp-mid-skip-line">
            <a:extLst xmlns:a="http://schemas.openxmlformats.org/drawingml/2006/main">
              <a:ext uri="{FF2B5EF4-FFF2-40B4-BE49-F238E27FC236}">
                <a16:creationId xmlns:a16="http://schemas.microsoft.com/office/drawing/2014/main" id="{18E32F51-E252-4C9A-8955-30444D7E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467225"/>
            <a:ext cx="953" cy="4910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15A24"/>
            </a:solidFill>
            <a:prstDash val="solid"/>
          </a:ln>
        </p:spPr>
      </p:sp>
      <p:sp>
        <p:nvSpPr>
          <p:cNvPr id="70" name="pointmlp-mid-skip-head">
            <a:extLst xmlns:a="http://schemas.openxmlformats.org/drawingml/2006/main">
              <a:ext uri="{FF2B5EF4-FFF2-40B4-BE49-F238E27FC236}">
                <a16:creationId xmlns:a16="http://schemas.microsoft.com/office/drawing/2014/main" id="{5EE7A8A4-B489-4D05-AAEB-AD9931C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377488" y="49482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1CEEC71-332D-4ED7-B823-405825B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6696075"/>
            <a:ext cx="10639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15A24"/>
            </a:solidFill>
            <a:prstDash val="dash"/>
          </a:ln>
        </p:spPr>
      </p:sp>
      <p:sp>
        <p:nvSpPr>
          <p:cNvPr id="72" name="pointmlp-e2e-left-line">
            <a:extLst xmlns:a="http://schemas.openxmlformats.org/drawingml/2006/main">
              <a:ext uri="{FF2B5EF4-FFF2-40B4-BE49-F238E27FC236}">
                <a16:creationId xmlns:a16="http://schemas.microsoft.com/office/drawing/2014/main" id="{F1709F91-442C-4236-AF23-B23A0998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409825" y="6452711"/>
            <a:ext cx="953" cy="2433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15A24"/>
            </a:solidFill>
            <a:prstDash val="dash"/>
          </a:ln>
        </p:spPr>
      </p:sp>
      <p:sp>
        <p:nvSpPr>
          <p:cNvPr id="73" name="pointmlp-e2e-left-head">
            <a:extLst xmlns:a="http://schemas.openxmlformats.org/drawingml/2006/main">
              <a:ext uri="{FF2B5EF4-FFF2-40B4-BE49-F238E27FC236}">
                <a16:creationId xmlns:a16="http://schemas.microsoft.com/office/drawing/2014/main" id="{733DB87C-46BE-4CCD-BE0D-E466B51E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6488" y="639603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sp>
        <p:nvSpPr>
          <p:cNvPr id="74" name="pointmlp-e2e-right-line">
            <a:extLst xmlns:a="http://schemas.openxmlformats.org/drawingml/2006/main">
              <a:ext uri="{FF2B5EF4-FFF2-40B4-BE49-F238E27FC236}">
                <a16:creationId xmlns:a16="http://schemas.microsoft.com/office/drawing/2014/main" id="{186EE0C6-A44D-4246-A42C-B4CC3D2D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49250" y="6062186"/>
            <a:ext cx="953" cy="6338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15A24"/>
            </a:solidFill>
            <a:prstDash val="dash"/>
          </a:ln>
        </p:spPr>
      </p:sp>
      <p:sp>
        <p:nvSpPr>
          <p:cNvPr id="75" name="pointmlp-e2e-right-head">
            <a:extLst xmlns:a="http://schemas.openxmlformats.org/drawingml/2006/main">
              <a:ext uri="{FF2B5EF4-FFF2-40B4-BE49-F238E27FC236}">
                <a16:creationId xmlns:a16="http://schemas.microsoft.com/office/drawing/2014/main" id="{113263C6-47C6-45EA-9741-15B8E4DE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5913" y="600551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5A24"/>
          </a:solidFill>
          <a:ln xmlns:a="http://schemas.openxmlformats.org/drawingml/2006/main" w="0">
            <a:solidFill>
              <a:srgbClr val="F15A24"/>
            </a:solidFill>
            <a:prstDash val="solid"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a886f234b426a"/>
          <a:stretch xmlns:a="http://schemas.openxmlformats.org/drawingml/2006/main"/>
        </p:blipFill>
        <p:spPr>
          <a:xfrm xmlns:a="http://schemas.openxmlformats.org/drawingml/2006/main">
            <a:off x="161925" y="1276350"/>
            <a:ext cx="1295400" cy="1314450"/>
          </a:xfrm>
          <a:prstGeom xmlns:a="http://schemas.openxmlformats.org/drawingml/2006/main" prst="rect">
            <a:avLst/>
          </a:prstGeom>
        </p:spPr>
      </p:pic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a0d55c8d24ee7"/>
          <a:stretch xmlns:a="http://schemas.openxmlformats.org/drawingml/2006/main"/>
        </p:blipFill>
        <p:spPr>
          <a:xfrm xmlns:a="http://schemas.openxmlformats.org/drawingml/2006/main">
            <a:off x="2257425" y="876300"/>
            <a:ext cx="1143000" cy="1866900"/>
          </a:xfrm>
          <a:prstGeom xmlns:a="http://schemas.openxmlformats.org/drawingml/2006/main" prst="rect">
            <a:avLst/>
          </a:prstGeom>
        </p:spPr>
      </p:pic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93e88e1f54c15"/>
          <a:stretch xmlns:a="http://schemas.openxmlformats.org/drawingml/2006/main"/>
        </p:blipFill>
        <p:spPr>
          <a:xfrm xmlns:a="http://schemas.openxmlformats.org/drawingml/2006/main">
            <a:off x="3781425" y="876300"/>
            <a:ext cx="1143000" cy="1866900"/>
          </a:xfrm>
          <a:prstGeom xmlns:a="http://schemas.openxmlformats.org/drawingml/2006/main" prst="rect">
            <a:avLst/>
          </a:prstGeom>
        </p:spPr>
      </p:pic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b20f2f2bc45f4"/>
          <a:stretch xmlns:a="http://schemas.openxmlformats.org/drawingml/2006/main"/>
        </p:blipFill>
        <p:spPr>
          <a:xfrm xmlns:a="http://schemas.openxmlformats.org/drawingml/2006/main">
            <a:off x="5762625" y="1514475"/>
            <a:ext cx="857250" cy="914400"/>
          </a:xfrm>
          <a:prstGeom xmlns:a="http://schemas.openxmlformats.org/drawingml/2006/main" prst="rect">
            <a:avLst/>
          </a:prstGeom>
        </p:spPr>
      </p:pic>
      <p:pic>
        <p:nvPicPr>
          <p:cNvPr id="1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3712b4dcf463e"/>
          <a:stretch xmlns:a="http://schemas.openxmlformats.org/drawingml/2006/main"/>
        </p:blipFill>
        <p:spPr>
          <a:xfrm xmlns:a="http://schemas.openxmlformats.org/drawingml/2006/main">
            <a:off x="7600950" y="1133475"/>
            <a:ext cx="1143000" cy="1771650"/>
          </a:xfrm>
          <a:prstGeom xmlns:a="http://schemas.openxmlformats.org/drawingml/2006/main" prst="rect">
            <a:avLst/>
          </a:prstGeom>
        </p:spPr>
      </p:pic>
      <p:pic>
        <p:nvPicPr>
          <p:cNvPr id="2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25b0d3d3e4bb9"/>
          <a:stretch xmlns:a="http://schemas.openxmlformats.org/drawingml/2006/main"/>
        </p:blipFill>
        <p:spPr>
          <a:xfrm xmlns:a="http://schemas.openxmlformats.org/drawingml/2006/main">
            <a:off x="9353550" y="1123950"/>
            <a:ext cx="1095375" cy="1762125"/>
          </a:xfrm>
          <a:prstGeom xmlns:a="http://schemas.openxmlformats.org/drawingml/2006/main" prst="rect">
            <a:avLst/>
          </a:prstGeom>
        </p:spPr>
      </p:pic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fa44bbd4145b0"/>
          <a:stretch xmlns:a="http://schemas.openxmlformats.org/drawingml/2006/main"/>
        </p:blipFill>
        <p:spPr>
          <a:xfrm xmlns:a="http://schemas.openxmlformats.org/drawingml/2006/main">
            <a:off x="13258800" y="1181100"/>
            <a:ext cx="1104900" cy="1504950"/>
          </a:xfrm>
          <a:prstGeom xmlns:a="http://schemas.openxmlformats.org/drawingml/2006/main" prst="rect">
            <a:avLst/>
          </a:prstGeom>
        </p:spPr>
      </p:pic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52ea9c9e0487b"/>
          <a:stretch xmlns:a="http://schemas.openxmlformats.org/drawingml/2006/main"/>
        </p:blipFill>
        <p:spPr>
          <a:xfrm xmlns:a="http://schemas.openxmlformats.org/drawingml/2006/main">
            <a:off x="171450" y="4876800"/>
            <a:ext cx="1200150" cy="1295400"/>
          </a:xfrm>
          <a:prstGeom xmlns:a="http://schemas.openxmlformats.org/drawingml/2006/main" prst="rect">
            <a:avLst/>
          </a:prstGeom>
        </p:spPr>
      </p:pic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5c42f6c5247c7"/>
          <a:stretch xmlns:a="http://schemas.openxmlformats.org/drawingml/2006/main"/>
        </p:blipFill>
        <p:spPr>
          <a:xfrm xmlns:a="http://schemas.openxmlformats.org/drawingml/2006/main">
            <a:off x="1819275" y="4867275"/>
            <a:ext cx="771525" cy="1466850"/>
          </a:xfrm>
          <a:prstGeom xmlns:a="http://schemas.openxmlformats.org/drawingml/2006/main" prst="rect">
            <a:avLst/>
          </a:prstGeom>
        </p:spPr>
      </p:pic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8c20f724a4bb5"/>
          <a:stretch xmlns:a="http://schemas.openxmlformats.org/drawingml/2006/main"/>
        </p:blipFill>
        <p:spPr>
          <a:xfrm xmlns:a="http://schemas.openxmlformats.org/drawingml/2006/main">
            <a:off x="3086100" y="5105400"/>
            <a:ext cx="933450" cy="1295400"/>
          </a:xfrm>
          <a:prstGeom xmlns:a="http://schemas.openxmlformats.org/drawingml/2006/main" prst="rect">
            <a:avLst/>
          </a:prstGeom>
        </p:spPr>
      </p:pic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a98a4b4143d4"/>
          <a:stretch xmlns:a="http://schemas.openxmlformats.org/drawingml/2006/main"/>
        </p:blipFill>
        <p:spPr>
          <a:xfrm xmlns:a="http://schemas.openxmlformats.org/drawingml/2006/main">
            <a:off x="5600700" y="5057775"/>
            <a:ext cx="876300" cy="1076325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0001f9e4147a7"/>
          <a:stretch xmlns:a="http://schemas.openxmlformats.org/drawingml/2006/main"/>
        </p:blipFill>
        <p:spPr>
          <a:xfrm xmlns:a="http://schemas.openxmlformats.org/drawingml/2006/main">
            <a:off x="6724650" y="5505450"/>
            <a:ext cx="390525" cy="19050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f8d7c28354f87"/>
          <a:stretch xmlns:a="http://schemas.openxmlformats.org/drawingml/2006/main"/>
        </p:blipFill>
        <p:spPr>
          <a:xfrm xmlns:a="http://schemas.openxmlformats.org/drawingml/2006/main">
            <a:off x="7496175" y="5095875"/>
            <a:ext cx="666750" cy="1285875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524bb643c4b9a"/>
          <a:stretch xmlns:a="http://schemas.openxmlformats.org/drawingml/2006/main"/>
        </p:blipFill>
        <p:spPr>
          <a:xfrm xmlns:a="http://schemas.openxmlformats.org/drawingml/2006/main">
            <a:off x="8439150" y="5153025"/>
            <a:ext cx="542925" cy="914400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7e289250c42ab"/>
          <a:stretch xmlns:a="http://schemas.openxmlformats.org/drawingml/2006/main"/>
        </p:blipFill>
        <p:spPr>
          <a:xfrm xmlns:a="http://schemas.openxmlformats.org/drawingml/2006/main">
            <a:off x="9391650" y="5105400"/>
            <a:ext cx="361950" cy="962025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302d867d3417c"/>
          <a:stretch xmlns:a="http://schemas.openxmlformats.org/drawingml/2006/main"/>
        </p:blipFill>
        <p:spPr>
          <a:xfrm xmlns:a="http://schemas.openxmlformats.org/drawingml/2006/main">
            <a:off x="10115550" y="5000625"/>
            <a:ext cx="1209675" cy="1381125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a970e012f47fa"/>
          <a:stretch xmlns:a="http://schemas.openxmlformats.org/drawingml/2006/main"/>
        </p:blipFill>
        <p:spPr>
          <a:xfrm xmlns:a="http://schemas.openxmlformats.org/drawingml/2006/main">
            <a:off x="13792200" y="4800600"/>
            <a:ext cx="571500" cy="1524000"/>
          </a:xfrm>
          <a:prstGeom xmlns:a="http://schemas.openxmlformats.org/drawingml/2006/main" prst="rect">
            <a:avLst/>
          </a:prstGeom>
        </p:spPr>
      </p:pic>
      <p:sp>
        <p:nvSpPr>
          <p:cNvPr id="93" name="title-u-net">
            <a:extLst xmlns:a="http://schemas.openxmlformats.org/drawingml/2006/main">
              <a:ext uri="{FF2B5EF4-FFF2-40B4-BE49-F238E27FC236}">
                <a16:creationId xmlns:a16="http://schemas.microsoft.com/office/drawing/2014/main" id="{B43AE457-9968-4605-BA98-819BD752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333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(a) U-Net: learning grid features</a:t>
            </a:r>
          </a:p>
        </p:txBody>
      </p:sp>
      <p:sp>
        <p:nvSpPr>
          <p:cNvPr id="94" name="label-raster-features">
            <a:extLst xmlns:a="http://schemas.openxmlformats.org/drawingml/2006/main">
              <a:ext uri="{FF2B5EF4-FFF2-40B4-BE49-F238E27FC236}">
                <a16:creationId xmlns:a16="http://schemas.microsoft.com/office/drawing/2014/main" id="{ACA3746D-C0B0-4D53-BD15-A8CC9795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62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Raster features</a:t>
            </a:r>
          </a:p>
        </p:txBody>
      </p:sp>
      <p:sp>
        <p:nvSpPr>
          <p:cNvPr id="95" name="label-local-pixel-features">
            <a:extLst xmlns:a="http://schemas.openxmlformats.org/drawingml/2006/main">
              <a:ext uri="{FF2B5EF4-FFF2-40B4-BE49-F238E27FC236}">
                <a16:creationId xmlns:a16="http://schemas.microsoft.com/office/drawing/2014/main" id="{826F0C6A-01C0-4E79-B119-2364AAFE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9055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local pixel features</a:t>
            </a:r>
          </a:p>
        </p:txBody>
      </p:sp>
      <p:sp>
        <p:nvSpPr>
          <p:cNvPr id="96" name="label-multiscale-context">
            <a:extLst xmlns:a="http://schemas.openxmlformats.org/drawingml/2006/main">
              <a:ext uri="{FF2B5EF4-FFF2-40B4-BE49-F238E27FC236}">
                <a16:creationId xmlns:a16="http://schemas.microsoft.com/office/drawing/2014/main" id="{F78FB659-7729-45F5-87EE-44BC8A3A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33450"/>
            <a:ext cx="9429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multiscale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</p:txBody>
      </p:sp>
      <p:sp>
        <p:nvSpPr>
          <p:cNvPr id="97" name="label-skip-fusion">
            <a:extLst xmlns:a="http://schemas.openxmlformats.org/drawingml/2006/main">
              <a:ext uri="{FF2B5EF4-FFF2-40B4-BE49-F238E27FC236}">
                <a16:creationId xmlns:a16="http://schemas.microsoft.com/office/drawing/2014/main" id="{1CEEB7D3-FE6E-4114-BD2C-D604676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skip fusion</a:t>
            </a:r>
          </a:p>
        </p:txBody>
      </p:sp>
      <p:sp>
        <p:nvSpPr>
          <p:cNvPr id="98" name="u-net-pixel-logits">
            <a:extLst xmlns:a="http://schemas.openxmlformats.org/drawingml/2006/main">
              <a:ext uri="{FF2B5EF4-FFF2-40B4-BE49-F238E27FC236}">
                <a16:creationId xmlns:a16="http://schemas.microsoft.com/office/drawing/2014/main" id="{6C51840E-3001-48B3-B120-7C7B308B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685925"/>
            <a:ext cx="676275" cy="52387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3B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pixel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logits</a:t>
            </a:r>
          </a:p>
        </p:txBody>
      </p:sp>
      <p:sp>
        <p:nvSpPr>
          <p:cNvPr id="99" name="u-net-output-size">
            <a:extLst xmlns:a="http://schemas.openxmlformats.org/drawingml/2006/main">
              <a:ext uri="{FF2B5EF4-FFF2-40B4-BE49-F238E27FC236}">
                <a16:creationId xmlns:a16="http://schemas.microsoft.com/office/drawing/2014/main" id="{924D14F5-DD1E-4A1D-8113-84577DD4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3241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H × W × C</a:t>
            </a:r>
          </a:p>
        </p:txBody>
      </p:sp>
      <p:sp>
        <p:nvSpPr>
          <p:cNvPr id="100" name="u-net-loss-shape">
            <a:extLst xmlns:a="http://schemas.openxmlformats.org/drawingml/2006/main">
              <a:ext uri="{FF2B5EF4-FFF2-40B4-BE49-F238E27FC236}">
                <a16:creationId xmlns:a16="http://schemas.microsoft.com/office/drawing/2014/main" id="{EBCAF1AF-89FB-4C2B-AD39-0B62A999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552575"/>
            <a:ext cx="809625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63B6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u-net-loss-label">
            <a:extLst xmlns:a="http://schemas.openxmlformats.org/drawingml/2006/main">
              <a:ext uri="{FF2B5EF4-FFF2-40B4-BE49-F238E27FC236}">
                <a16:creationId xmlns:a16="http://schemas.microsoft.com/office/drawing/2014/main" id="{435E317D-F820-4B11-BB6B-3096ABCA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600200"/>
            <a:ext cx="809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multi-label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loss</a:t>
            </a:r>
          </a:p>
        </p:txBody>
      </p:sp>
      <p:sp>
        <p:nvSpPr>
          <p:cNvPr id="102" name="label-multihot-target">
            <a:extLst xmlns:a="http://schemas.openxmlformats.org/drawingml/2006/main">
              <a:ext uri="{FF2B5EF4-FFF2-40B4-BE49-F238E27FC236}">
                <a16:creationId xmlns:a16="http://schemas.microsoft.com/office/drawing/2014/main" id="{40419595-7A86-404F-875F-A7826BC6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81025"/>
            <a:ext cx="971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multi-hot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pixel target</a:t>
            </a:r>
          </a:p>
        </p:txBody>
      </p:sp>
      <p:sp>
        <p:nvSpPr>
          <p:cNvPr id="103" name="u-net-target-ellipsis">
            <a:extLst xmlns:a="http://schemas.openxmlformats.org/drawingml/2006/main">
              <a:ext uri="{FF2B5EF4-FFF2-40B4-BE49-F238E27FC236}">
                <a16:creationId xmlns:a16="http://schemas.microsoft.com/office/drawing/2014/main" id="{99A09B6B-6ECC-4CAA-ABCC-313F0F2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1781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⋯</a:t>
            </a:r>
          </a:p>
        </p:txBody>
      </p:sp>
      <p:sp>
        <p:nvSpPr>
          <p:cNvPr id="104" name="u-net-e2e-label">
            <a:extLst xmlns:a="http://schemas.openxmlformats.org/drawingml/2006/main">
              <a:ext uri="{FF2B5EF4-FFF2-40B4-BE49-F238E27FC236}">
                <a16:creationId xmlns:a16="http://schemas.microsoft.com/office/drawing/2014/main" id="{A1398731-221F-469B-8A0E-9CE5DFE8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28975"/>
            <a:ext cx="1800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0B63B6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0B63B6"/>
                </a:solidFill>
                <a:latin typeface="Arial Narrow"/>
                <a:ea typeface="Arial Narrow"/>
                <a:cs typeface="Arial Narrow"/>
              </a:rPr>
              <a:t>end-to-end learning</a:t>
            </a:r>
          </a:p>
        </p:txBody>
      </p:sp>
      <p:sp>
        <p:nvSpPr>
          <p:cNvPr id="105" name="title-pointmlp">
            <a:extLst xmlns:a="http://schemas.openxmlformats.org/drawingml/2006/main">
              <a:ext uri="{FF2B5EF4-FFF2-40B4-BE49-F238E27FC236}">
                <a16:creationId xmlns:a16="http://schemas.microsoft.com/office/drawing/2014/main" id="{00F5E685-2BF2-4887-9E55-DBA1DC5B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38004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650" b="1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(b) PointMLP: learning particle features</a:t>
            </a:r>
          </a:p>
        </p:txBody>
      </p:sp>
      <p:sp>
        <p:nvSpPr>
          <p:cNvPr id="106" name="label-particle-features">
            <a:extLst xmlns:a="http://schemas.openxmlformats.org/drawingml/2006/main">
              <a:ext uri="{FF2B5EF4-FFF2-40B4-BE49-F238E27FC236}">
                <a16:creationId xmlns:a16="http://schemas.microsoft.com/office/drawing/2014/main" id="{01C02709-D792-4ADD-8A2B-6DF4743F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51485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Particle features</a:t>
            </a:r>
          </a:p>
        </p:txBody>
      </p:sp>
      <p:sp>
        <p:nvSpPr>
          <p:cNvPr id="107" name="label-particle-embedding">
            <a:extLst xmlns:a="http://schemas.openxmlformats.org/drawingml/2006/main">
              <a:ext uri="{FF2B5EF4-FFF2-40B4-BE49-F238E27FC236}">
                <a16:creationId xmlns:a16="http://schemas.microsoft.com/office/drawing/2014/main" id="{D2E3D95B-533C-4198-9434-61117DFA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9577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particle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embedding</a:t>
            </a:r>
          </a:p>
        </p:txBody>
      </p:sp>
      <p:sp>
        <p:nvSpPr>
          <p:cNvPr id="108" name="label-local-neighborhood">
            <a:extLst xmlns:a="http://schemas.openxmlformats.org/drawingml/2006/main">
              <a:ext uri="{FF2B5EF4-FFF2-40B4-BE49-F238E27FC236}">
                <a16:creationId xmlns:a16="http://schemas.microsoft.com/office/drawing/2014/main" id="{AADC8D5D-7841-4305-B177-ACC6F25C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1104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local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neighborhood</a:t>
            </a:r>
          </a:p>
        </p:txBody>
      </p:sp>
      <p:sp>
        <p:nvSpPr>
          <p:cNvPr id="109" name="pointmlp-geoaffine-resmlp">
            <a:extLst xmlns:a="http://schemas.openxmlformats.org/drawingml/2006/main">
              <a:ext uri="{FF2B5EF4-FFF2-40B4-BE49-F238E27FC236}">
                <a16:creationId xmlns:a16="http://schemas.microsoft.com/office/drawing/2014/main" id="{E8908801-01F6-4B3F-AEB5-F8CCFEC9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48250"/>
            <a:ext cx="781050" cy="9620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15A24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GeoAffine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+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ResMLP</a:t>
            </a:r>
          </a:p>
        </p:txBody>
      </p:sp>
      <p:sp>
        <p:nvSpPr>
          <p:cNvPr id="110" name="label-max-aggregation">
            <a:extLst xmlns:a="http://schemas.openxmlformats.org/drawingml/2006/main">
              <a:ext uri="{FF2B5EF4-FFF2-40B4-BE49-F238E27FC236}">
                <a16:creationId xmlns:a16="http://schemas.microsoft.com/office/drawing/2014/main" id="{47B2F7CD-EAF0-4436-9C4C-EC38C369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14850"/>
            <a:ext cx="10572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max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aggregation</a:t>
            </a:r>
          </a:p>
        </p:txBody>
      </p:sp>
      <p:sp>
        <p:nvSpPr>
          <p:cNvPr id="111" name="label-hierarchical-context">
            <a:extLst xmlns:a="http://schemas.openxmlformats.org/drawingml/2006/main">
              <a:ext uri="{FF2B5EF4-FFF2-40B4-BE49-F238E27FC236}">
                <a16:creationId xmlns:a16="http://schemas.microsoft.com/office/drawing/2014/main" id="{DC4595ED-7DE5-4136-A927-EA7321CB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14850"/>
            <a:ext cx="1171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hierarchical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context</a:t>
            </a:r>
          </a:p>
        </p:txBody>
      </p:sp>
      <p:sp>
        <p:nvSpPr>
          <p:cNvPr id="112" name="label-feature-propagation">
            <a:extLst xmlns:a="http://schemas.openxmlformats.org/drawingml/2006/main">
              <a:ext uri="{FF2B5EF4-FFF2-40B4-BE49-F238E27FC236}">
                <a16:creationId xmlns:a16="http://schemas.microsoft.com/office/drawing/2014/main" id="{A73F4B19-E3F0-4663-B85A-C94EC860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514850"/>
            <a:ext cx="1143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feature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propagation</a:t>
            </a:r>
          </a:p>
        </p:txBody>
      </p:sp>
      <p:sp>
        <p:nvSpPr>
          <p:cNvPr id="113" name="pointmlp-particle-logits">
            <a:extLst xmlns:a="http://schemas.openxmlformats.org/drawingml/2006/main">
              <a:ext uri="{FF2B5EF4-FFF2-40B4-BE49-F238E27FC236}">
                <a16:creationId xmlns:a16="http://schemas.microsoft.com/office/drawing/2014/main" id="{9603B503-78A3-4A45-AA55-887BA183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229225"/>
            <a:ext cx="628650" cy="60007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15A24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particle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0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logits</a:t>
            </a:r>
          </a:p>
        </p:txBody>
      </p:sp>
      <p:sp>
        <p:nvSpPr>
          <p:cNvPr id="114" name="pointmlp-output-size">
            <a:extLst xmlns:a="http://schemas.openxmlformats.org/drawingml/2006/main">
              <a:ext uri="{FF2B5EF4-FFF2-40B4-BE49-F238E27FC236}">
                <a16:creationId xmlns:a16="http://schemas.microsoft.com/office/drawing/2014/main" id="{D1136134-BA60-4BC7-8182-8EEC2D05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8959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N × C</a:t>
            </a:r>
          </a:p>
        </p:txBody>
      </p:sp>
      <p:sp>
        <p:nvSpPr>
          <p:cNvPr id="115" name="pointmlp-loss-shape">
            <a:extLst xmlns:a="http://schemas.openxmlformats.org/drawingml/2006/main">
              <a:ext uri="{FF2B5EF4-FFF2-40B4-BE49-F238E27FC236}">
                <a16:creationId xmlns:a16="http://schemas.microsoft.com/office/drawing/2014/main" id="{EBC231D6-0C01-4F75-B3AB-71A421AD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076825"/>
            <a:ext cx="828675" cy="847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15A24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pointmlp-loss-label">
            <a:extLst xmlns:a="http://schemas.openxmlformats.org/drawingml/2006/main">
              <a:ext uri="{FF2B5EF4-FFF2-40B4-BE49-F238E27FC236}">
                <a16:creationId xmlns:a16="http://schemas.microsoft.com/office/drawing/2014/main" id="{1FCE8FCD-3A10-43B4-89D8-2DAB7238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133975"/>
            <a:ext cx="828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particle-wise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1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loss</a:t>
            </a:r>
          </a:p>
        </p:txBody>
      </p:sp>
      <p:sp>
        <p:nvSpPr>
          <p:cNvPr id="117" name="label-particle-target">
            <a:extLst xmlns:a="http://schemas.openxmlformats.org/drawingml/2006/main">
              <a:ext uri="{FF2B5EF4-FFF2-40B4-BE49-F238E27FC236}">
                <a16:creationId xmlns:a16="http://schemas.microsoft.com/office/drawing/2014/main" id="{7233CC59-D820-4362-BBD4-1F08FAB3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248150"/>
            <a:ext cx="1038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particle class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target</a:t>
            </a:r>
          </a:p>
        </p:txBody>
      </p:sp>
      <p:sp>
        <p:nvSpPr>
          <p:cNvPr id="118" name="pointmlp-target-ellipsis">
            <a:extLst xmlns:a="http://schemas.openxmlformats.org/drawingml/2006/main">
              <a:ext uri="{FF2B5EF4-FFF2-40B4-BE49-F238E27FC236}">
                <a16:creationId xmlns:a16="http://schemas.microsoft.com/office/drawing/2014/main" id="{1DD8D2A6-4F4C-481B-8851-4DB268E4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6286500"/>
            <a:ext cx="238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 i="0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⋮</a:t>
            </a:r>
          </a:p>
        </p:txBody>
      </p:sp>
      <p:sp>
        <p:nvSpPr>
          <p:cNvPr id="119" name="pointmlp-e2e-label">
            <a:extLst xmlns:a="http://schemas.openxmlformats.org/drawingml/2006/main">
              <a:ext uri="{FF2B5EF4-FFF2-40B4-BE49-F238E27FC236}">
                <a16:creationId xmlns:a16="http://schemas.microsoft.com/office/drawing/2014/main" id="{5BAE97F4-4D56-4F44-8053-34D06E18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7341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F15A24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0" i="0">
                <a:solidFill>
                  <a:srgbClr val="F15A24"/>
                </a:solidFill>
                <a:latin typeface="Arial Narrow"/>
                <a:ea typeface="Arial Narrow"/>
                <a:cs typeface="Arial Narrow"/>
              </a:rPr>
              <a:t>end-to-end learning</a:t>
            </a:r>
          </a:p>
        </p:txBody>
      </p:sp>
    </p:spTree>
    <p:extLst>
      <p:ext uri="{BB962C8B-B14F-4D97-AF65-F5344CB8AC3E}">
        <p14:creationId xmlns:p14="http://schemas.microsoft.com/office/powerpoint/2010/main" val="1342707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2026-07-17T06:17:15.1470000Z</dcterms:created>
  <dcterms:modified xsi:type="dcterms:W3CDTF">2026-07-17T06:17:15.1470000Z</dcterms:modified>
</coreProperties>
</file>