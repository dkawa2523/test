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画像貼り付けではなく、PowerPointの図形・テキスト・矢印で構成した編集可能な全体概要図。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Layer はMLに依存せず単体で使える。ngspiceがない環境ではdummy solverで配管確認が可能。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Data/ML Layer は既存データから後処理・候補生成・予測を独立実行できる。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各CLIコマンドと代表ワークフロー。分離運用と閉ループ運用の違いが分かる構成。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保守・拡張のための設計原則と残件。コード量や契約を増やしすぎず、artifact境界で保守性を維持する。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Circuit Design Platform v6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04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全体機能・ワークフローを第三者が把握しやすいように整理した編集可能な構成図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29800" y="329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editable PPT / v6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5303520" cy="34747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全体アーキテクチャ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389888"/>
            <a:ext cx="5303520" cy="4370832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4526280" cy="10972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A. Simulation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039112"/>
            <a:ext cx="9144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sim_core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2331720" y="2039112"/>
            <a:ext cx="11430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sim_methods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712464" y="2039112"/>
            <a:ext cx="11430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sim_registry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078992" y="2295144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回路・負荷モデル生成 / ngspice netlist生成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1078992" y="2542032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solver実行（dummy / ngspice_cli）と結果保存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914400" y="2871216"/>
            <a:ext cx="4526280" cy="10972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980944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B. Data / ML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8686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records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2240280" y="3264408"/>
            <a:ext cx="8686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ml_core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3310128" y="3264408"/>
            <a:ext cx="10058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ml_methods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4526280" y="3264408"/>
            <a:ext cx="9144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ml_registry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078992" y="3566160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既存データ読込 / 指標計算 / 候補生成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1078992" y="3767328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surrogate学習 / 予測・後解析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14400" y="4133088"/>
            <a:ext cx="4526280" cy="1005840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251960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C. Workflow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690872"/>
            <a:ext cx="66751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ask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76272" y="4690872"/>
            <a:ext cx="914400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29000" y="4690872"/>
            <a:ext cx="713232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score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416552" y="4690872"/>
            <a:ext cx="658368" cy="246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tell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901952" y="4809744"/>
            <a:ext cx="256032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90672" y="4809744"/>
            <a:ext cx="32918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42232" y="4809744"/>
            <a:ext cx="256032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96112" y="1426464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Simulation層はML/最適化に依存しない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96112" y="5166360"/>
            <a:ext cx="1874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ML層はngspice計算に依存しない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182112" y="2761488"/>
            <a:ext cx="0" cy="9144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182112" y="3986784"/>
            <a:ext cx="0" cy="128016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080760" y="1005840"/>
            <a:ext cx="5577840" cy="34747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主な入力・出力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80760" y="1389888"/>
            <a:ext cx="5577840" cy="4370832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1627632"/>
            <a:ext cx="1600200" cy="32461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主な入力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9672" y="1993392"/>
            <a:ext cx="12801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case YAML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6519672" y="2496312"/>
            <a:ext cx="12801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候補CSV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6519672" y="2999232"/>
            <a:ext cx="12801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target waveform CSV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519672" y="3502152"/>
            <a:ext cx="12801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plasma table CSV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519672" y="4005072"/>
            <a:ext cx="12801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外部波形CSV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8339328" y="1700784"/>
            <a:ext cx="1051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sim_manifest.json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waveform.csv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73568" y="3154680"/>
            <a:ext cx="329184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418320" y="3154680"/>
            <a:ext cx="32004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9784080" y="1627632"/>
            <a:ext cx="1783080" cy="32461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主な出力 / Artifact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003536" y="1883664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netlist.cir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0003536" y="2231136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waveform.csv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0003536" y="2578608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sim_manifest.json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0003536" y="2926080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metrics.json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003536" y="3273552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candidates.csv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0003536" y="3621024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surrogate.json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0003536" y="3968496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solver.log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0003536" y="4315968"/>
            <a:ext cx="132588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circuit_to_plasma.json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02920" y="5989320"/>
            <a:ext cx="11155680" cy="56692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6080760"/>
            <a:ext cx="384048" cy="384048"/>
          </a:xfrm>
          <a:prstGeom prst="ellipse">
            <a:avLst/>
          </a:prstGeom>
          <a:solidFill>
            <a:srgbClr val="EAF2FF"/>
          </a:solidFill>
          <a:ln w="15240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207008" y="6126480"/>
            <a:ext cx="2148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汎用回路にも対応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160520" y="6080760"/>
            <a:ext cx="384048" cy="384048"/>
          </a:xfrm>
          <a:prstGeom prst="ellipse">
            <a:avLst/>
          </a:prstGeom>
          <a:solidFill>
            <a:srgbClr val="E8F8F5"/>
          </a:solidFill>
          <a:ln w="15240">
            <a:solidFill>
              <a:srgbClr val="008C8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590288" y="6126480"/>
            <a:ext cx="2743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プラズマ等価負荷をオプション接続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21040" y="6080760"/>
            <a:ext cx="384048" cy="384048"/>
          </a:xfrm>
          <a:prstGeom prst="ellipse">
            <a:avLst/>
          </a:prstGeom>
          <a:solidFill>
            <a:srgbClr val="FFF2E8"/>
          </a:solidFill>
          <a:ln w="1524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759952" y="6126480"/>
            <a:ext cx="2697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SimulationとML/最適化を分離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Simulation Layer：ngspice計算部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04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回路・負荷モデル生成からnetlist作成、solver実行、simulation artifact保存までを担当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29800" y="329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editable PPT / v6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11155680" cy="4389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この層は目的関数・optimizer・ML処理を知らない。sim_manifest.json と waveform.csv を外部境界として出力する。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14300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case YAML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221992"/>
            <a:ext cx="45720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377440" y="1828800"/>
            <a:ext cx="169164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Circuit Builder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from_yaml / pi_match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2221992"/>
            <a:ext cx="45720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1737360" cy="7772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Optional 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none / electrode / plasma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2221992"/>
            <a:ext cx="45720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903720" y="1828800"/>
            <a:ext cx="132588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netlist.cir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75320" y="2221992"/>
            <a:ext cx="45720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778240" y="1828800"/>
            <a:ext cx="160020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Solver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dummy / ngspice_cli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24160" y="2221992"/>
            <a:ext cx="384048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835640" y="1828800"/>
            <a:ext cx="105156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Artifacts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 / manifest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3291840" cy="34747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実装済み circuit builder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493008"/>
            <a:ext cx="3291840" cy="11430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7D2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from_yaml：任意回路をYAML componentsで定義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l_match：基本RF整合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pi_match：π型整合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pi_match_harmonic：高調波枝付き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3063240"/>
            <a:ext cx="3611880" cy="347472"/>
          </a:xfrm>
          <a:prstGeom prst="roundRect">
            <a:avLst/>
          </a:prstGeom>
          <a:solidFill>
            <a:srgbClr val="008C84"/>
          </a:solidFill>
          <a:ln w="12700">
            <a:solidFill>
              <a:srgbClr val="008C8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実装済み load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51960" y="3493008"/>
            <a:ext cx="3611880" cy="1143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99F6E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none / resistor / parallel_rc / series_rlc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electrode_stray：電極寄生容量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plasma_fixed_rlc：固定等価負荷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plasma_table_rlcq：時間変化R/L/C/Q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138160" y="3063240"/>
            <a:ext cx="3291840" cy="34747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外部プラズマ連携の入口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3493008"/>
            <a:ext cx="3291840" cy="1143000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DBA7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circuit_to_plasma.json を出力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plasma table CSVを load として再入力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Csh(t) は Q = C(t)V としてnetlist化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685800" y="5166360"/>
            <a:ext cx="10972800" cy="71323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Simulation artifact： netlist.cir / waveform.csv / sim_manifest.json / solver.log / circuit_to_plasma.json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代表コマンド：  pcd sim-run case.yaml  /  pcd sim-netlist case.yaml  /  pcd sim-batch case.yaml candidates.csv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Data / ML Layer：データサイエンス・最適化部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04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既存のsimulation recordや外部波形を読み、採点・候補生成・surrogate学習・予測を行う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29800" y="329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editable PPT / v6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11155680" cy="43891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この層はngspice solverや回路生成処理を知らない。waveform.csv と sim_manifest.json を読むだけで利用できる。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37160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既存データ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waveform.csv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sim_manifest.json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103120" y="2240280"/>
            <a:ext cx="502920" cy="0"/>
          </a:xfrm>
          <a:prstGeom prst="line">
            <a:avLst/>
          </a:prstGeom>
          <a:noFill/>
          <a:ln w="1524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51760" y="1828800"/>
            <a:ext cx="114300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指標計算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2240280"/>
            <a:ext cx="502920" cy="0"/>
          </a:xfrm>
          <a:prstGeom prst="line">
            <a:avLst/>
          </a:prstGeom>
          <a:noFill/>
          <a:ln w="1524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89120" y="1828800"/>
            <a:ext cx="146304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metrics.json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loss / RMSE / harmonics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897880" y="2240280"/>
            <a:ext cx="502920" cy="0"/>
          </a:xfrm>
          <a:prstGeom prst="line">
            <a:avLst/>
          </a:prstGeom>
          <a:noFill/>
          <a:ln w="1524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46520" y="1828800"/>
            <a:ext cx="150876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ml-fit-surrogate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軽量モデル学習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01000" y="2240280"/>
            <a:ext cx="502920" cy="0"/>
          </a:xfrm>
          <a:prstGeom prst="line">
            <a:avLst/>
          </a:prstGeom>
          <a:noFill/>
          <a:ln w="1524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549640" y="1828800"/>
            <a:ext cx="123444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ml-predict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候補の予測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829800" y="2240280"/>
            <a:ext cx="502920" cy="0"/>
          </a:xfrm>
          <a:prstGeom prst="line">
            <a:avLst/>
          </a:prstGeom>
          <a:noFill/>
          <a:ln w="1524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378440" y="1828800"/>
            <a:ext cx="109728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後解析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比較・可視化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3611880" cy="347472"/>
          </a:xfrm>
          <a:prstGeom prst="roundRect">
            <a:avLst/>
          </a:prstGeom>
          <a:solidFill>
            <a:srgbClr val="008C84"/>
          </a:solidFill>
          <a:ln w="12700">
            <a:solidFill>
              <a:srgbClr val="008C8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候補生成はsolverなしで独立実行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3611880" cy="1143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99F6E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ml-propose は case YAML の variables だけを見る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random / optuna による ask/tell 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候補CSVを作り、別環境で sim-batch 可能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154680"/>
            <a:ext cx="3383280" cy="347472"/>
          </a:xfrm>
          <a:prstGeom prst="roundRect">
            <a:avLst/>
          </a:prstGeom>
          <a:solidFill>
            <a:srgbClr val="008C84"/>
          </a:solidFill>
          <a:ln w="12700">
            <a:solidFill>
              <a:srgbClr val="008C8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目的関数は後処理として実行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566160"/>
            <a:ext cx="3383280" cy="1143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99F6E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waveform_l2：目標波形との正規化RMSE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waveform_l2_harmonics：高調波誤差を追加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外部実測波形もimport後に採点可能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138160" y="3154680"/>
            <a:ext cx="3246120" cy="347472"/>
          </a:xfrm>
          <a:prstGeom prst="roundRect">
            <a:avLst/>
          </a:prstGeom>
          <a:solidFill>
            <a:srgbClr val="008C84"/>
          </a:solidFill>
          <a:ln w="12700">
            <a:solidFill>
              <a:srgbClr val="008C8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出力と活用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3566160"/>
            <a:ext cx="3246120" cy="1143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99F6E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metrics.json / scores.csv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candidates.csv / surrogate.json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predicted_candidates.csv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設計ランキング・感度確認に利用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8580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代表コマンド：  pcd ml-propose case.yaml  /  pcd ml-score case.yaml run_dir  /  pcd ml-fit-surrogate runs  /  pcd ml-predict surrogate.json candidates.csv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6217920"/>
            <a:ext cx="8321040" cy="3291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ML層は、ngspice結果・dummy結果・実測波形・外部プラズマ連成結果を同じ形式で扱える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代表ワークフローとCLI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04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単体シミュレーション、ML-only、batch study、閉ループ最適化を明確に分けて運用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29800" y="329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editable PPT / v6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55680" cy="34747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CLI / 主要コマンド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1261872" cy="6675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sim-run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単一シミュレーション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892808" y="1399032"/>
            <a:ext cx="1261872" cy="6675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sim-netlist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netlistのみ生成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3282696" y="1399032"/>
            <a:ext cx="1261872" cy="6675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sim-batch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候補CSVで一括実行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4672584" y="1399032"/>
            <a:ext cx="1261872" cy="66751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ml-propose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候補点生成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6062472" y="1399032"/>
            <a:ext cx="1261872" cy="66751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ml-score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既存結果を採点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7452360" y="1399032"/>
            <a:ext cx="1261872" cy="66751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ml-fit-surrogate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surrogate学習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8842248" y="1399032"/>
            <a:ext cx="1261872" cy="66751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ml-predict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候補を予測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10232136" y="1399032"/>
            <a:ext cx="1261872" cy="66751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workflow-optimize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閉ループ最適化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502920" y="2423160"/>
            <a:ext cx="11155680" cy="34747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4つの使い方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2651760" cy="2286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44368"/>
            <a:ext cx="292608" cy="292608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(1) Simulation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651760" cy="2286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8C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944368"/>
            <a:ext cx="292608" cy="292608"/>
          </a:xfrm>
          <a:prstGeom prst="ellipse">
            <a:avLst/>
          </a:prstGeom>
          <a:solidFill>
            <a:srgbClr val="008C84"/>
          </a:solidFill>
          <a:ln>
            <a:solidFill>
              <a:srgbClr val="008C8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(2) ML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2651760" cy="2286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944368"/>
            <a:ext cx="292608" cy="292608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(3) Batch study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89720" y="2834640"/>
            <a:ext cx="2651760" cy="2286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2944368"/>
            <a:ext cx="292608" cy="29260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4692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(4) Closed-loop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3547872"/>
            <a:ext cx="566928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YAML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79576" y="3803904"/>
            <a:ext cx="237744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444752" y="3547872"/>
            <a:ext cx="64008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sim-run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03120" y="3803904"/>
            <a:ext cx="22860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322576" y="3547872"/>
            <a:ext cx="694944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manifest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86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ngspice計算部のみ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20440" y="3493008"/>
            <a:ext cx="822960" cy="53035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既存波形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manifest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4370832" y="3749040"/>
            <a:ext cx="246888" cy="0"/>
          </a:xfrm>
          <a:prstGeom prst="line">
            <a:avLst/>
          </a:prstGeom>
          <a:noFill/>
          <a:ln w="1270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645152" y="3493008"/>
            <a:ext cx="758952" cy="53035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ml-score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22392" y="3749040"/>
            <a:ext cx="228600" cy="0"/>
          </a:xfrm>
          <a:prstGeom prst="line">
            <a:avLst/>
          </a:prstGeom>
          <a:noFill/>
          <a:ln w="1270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596128" y="3493008"/>
            <a:ext cx="594360" cy="53035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897880" y="4078224"/>
            <a:ext cx="0" cy="292608"/>
          </a:xfrm>
          <a:prstGeom prst="line">
            <a:avLst/>
          </a:prstGeom>
          <a:noFill/>
          <a:ln w="1524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440680" y="4407408"/>
            <a:ext cx="749808" cy="4114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ml-fit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surrogate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3611880" y="4828032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ngspiceなしで後処理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6382512" y="3364992"/>
            <a:ext cx="713232" cy="420624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ml-propose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7114032" y="3575304"/>
            <a:ext cx="219456" cy="0"/>
          </a:xfrm>
          <a:prstGeom prst="line">
            <a:avLst/>
          </a:prstGeom>
          <a:noFill/>
          <a:ln w="1270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351776" y="3364992"/>
            <a:ext cx="749808" cy="420624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candidates.csv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8119872" y="3575304"/>
            <a:ext cx="219456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357616" y="3364992"/>
            <a:ext cx="713232" cy="4206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sim-batch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8714232" y="3822192"/>
            <a:ext cx="0" cy="45720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8357616" y="4315968"/>
            <a:ext cx="713232" cy="384048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8C8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ml-score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8339328" y="4507992"/>
            <a:ext cx="-310896" cy="0"/>
          </a:xfrm>
          <a:prstGeom prst="line">
            <a:avLst/>
          </a:prstGeom>
          <a:noFill/>
          <a:ln w="12700">
            <a:solidFill>
              <a:srgbClr val="008C84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242048" y="4315968"/>
            <a:ext cx="694944" cy="3840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比較・分析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9290304" y="3310128"/>
            <a:ext cx="640080" cy="475488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optimizer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.ask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9948672" y="3547872"/>
            <a:ext cx="23774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0204704" y="3310128"/>
            <a:ext cx="640080" cy="475488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simulate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0533888" y="3840480"/>
            <a:ext cx="0" cy="32004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0204704" y="4187952"/>
            <a:ext cx="640080" cy="475488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score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record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10186416" y="4425696"/>
            <a:ext cx="-23774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9290304" y="4187952"/>
            <a:ext cx="640080" cy="475488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optimizer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.tell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9619488" y="4114800"/>
            <a:ext cx="0" cy="-292608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9646920" y="4773168"/>
            <a:ext cx="1691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結合はworkflowだけ</a:t>
            </a:r>
            <a:endParaRPr lang="en-US" sz="810" dirty="0"/>
          </a:p>
        </p:txBody>
      </p:sp>
      <p:sp>
        <p:nvSpPr>
          <p:cNvPr id="61" name="Text 59"/>
          <p:cNvSpPr/>
          <p:nvPr/>
        </p:nvSpPr>
        <p:spPr>
          <a:xfrm>
            <a:off x="822960" y="5715000"/>
            <a:ext cx="10561320" cy="60350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運用の基本：Simulationだけ実行 → 後からML採点 → 必要な場合だけworkflowで閉ループ化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保守・拡張ポイントと残件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04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シンプルさを維持しつつ、本解析目的を段階的に拡張するための設計メモ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29800" y="329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editable PPT / v6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566160" cy="34747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設計原則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5661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データ境界を明確化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sim_manifest.json + waveform.csv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プラズマは optional load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通常回路にも電極回路にも対応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結合は workflow に閉じ込める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sim層とML層は独立利用可能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434840" y="1051560"/>
            <a:ext cx="3566160" cy="347472"/>
          </a:xfrm>
          <a:prstGeom prst="roundRect">
            <a:avLst/>
          </a:prstGeom>
          <a:solidFill>
            <a:srgbClr val="008C84"/>
          </a:solidFill>
          <a:ln w="12700">
            <a:solidFill>
              <a:srgbClr val="008C8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拡張しやすい場所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463040"/>
            <a:ext cx="3566160" cy="18288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99F6E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Circuit builder：回路テンプレート追加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Load model：電極・プラズマ・外部モデル追加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Solver：ngspice / Xyce / 実測波形読込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Objective：波形・高調波・電力・プロセス指標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Optimizer：random / optuna / 多目的化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8321040" y="1051560"/>
            <a:ext cx="2971800" cy="34747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残件 / 次にやること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463040"/>
            <a:ext cx="2971800" cy="1828800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DBA74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ngspice実機実行の検証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外部プラズマadapter実装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HPC / 並列sim-batch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多目的最適化とPareto分析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実測・高忠実度モデルとの較正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0744200" cy="34747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依存関係の見方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224528"/>
            <a:ext cx="2194560" cy="731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Simulation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sim_core / sim_methods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4590288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69080" y="4224528"/>
            <a:ext cx="2331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Artifacts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waveform + manifest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4590288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43800" y="4224528"/>
            <a:ext cx="219456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008C8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Data / ML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records / ml_core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5440680"/>
            <a:ext cx="1828800" cy="53035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Workflow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必要時だけ結合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5074920"/>
            <a:ext cx="320040" cy="32004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0" y="5074920"/>
            <a:ext cx="320040" cy="32004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97280" y="6217920"/>
            <a:ext cx="9966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依存方向を増やさず、artifactを境界にすることで共同開発・保守・再解析を容易にする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Design Platform v6 - 全体機能とワークフロー</dc:title>
  <dc:subject>Circuit Design Platform v6 overview</dc:subject>
  <dc:creator>OpenAI</dc:creator>
  <cp:lastModifiedBy>OpenAI</cp:lastModifiedBy>
  <cp:revision>1</cp:revision>
  <dcterms:created xsi:type="dcterms:W3CDTF">2026-05-11T00:32:24Z</dcterms:created>
  <dcterms:modified xsi:type="dcterms:W3CDTF">2026-05-11T00:32:24Z</dcterms:modified>
</cp:coreProperties>
</file>