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1072865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22222"/>
                </a:solidFill>
              </a:rPr>
              <a:t>bc_basis / bc_field 説明図（全15枚）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2011680"/>
            <a:ext cx="1072865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・各スライドはPNG画像を配置しています（移動・拡大縮小・トリミング可能）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・図中テキストをPowerPoint上で編集したい場合は、該当図を図形で再作図する版も作成できます。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45775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1. 図A：従来入力 vs 提案入力の違い（説明用1枚絵）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2. 図B：bc_basis キャッシュ設計（実装説明用）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3. 図C：位相・波形 → 境界値 → bc_field（入力変換）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4. 図D：モデル種別ごとの注入位置（実装ガイド）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5. 図E：品質ゲートとフォールバック（運用説明用）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6. 図F：チャンバーのどこに着目？（境界面に注目）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7. 図G：プラズマのどこに着目？（RFシースとイオン加速）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8. 図H：境界影響の非局所伝播イメージ（ψg(x)）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9. 図I：材料（誘電体ε）を反映する拡張（κ=εの概念）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10. 図J：位相・波形で bc_field が変わる（時刻条件付き入力）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11. 図K：チャンバー着目点（境界グループ×材料×形状）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12. 図L：プラズマ着目点（RFシース→φ/E→IED/IAD）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13. 図M：bc_basis（ψg）= 境界影響の基底地図（前計算）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14. 図N：位相・波形注入（Vg(θ)→ΣVgψg→bc_field）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44444"/>
                </a:solidFill>
              </a:rPr>
              <a:t>15. 図O：geometryが変わるとψgも変わる（hashで管理）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図A：従来入力 vs 提案入力の違い（説明用1枚絵）</a:t>
            </a:r>
            <a:endParaRPr lang="en-US" sz="2200" dirty="0"/>
          </a:p>
        </p:txBody>
      </p:sp>
      <p:pic>
        <p:nvPicPr>
          <p:cNvPr id="3" name="Image 0" descr="/mnt/data/fig_A_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図B：bc_basis キャッシュ設計（実装説明用）</a:t>
            </a:r>
            <a:endParaRPr lang="en-US" sz="2200" dirty="0"/>
          </a:p>
        </p:txBody>
      </p:sp>
      <p:pic>
        <p:nvPicPr>
          <p:cNvPr id="3" name="Image 0" descr="/mnt/data/fig_B_cache_desig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図C：位相・波形 → 境界値 → bc_field（入力変換）</a:t>
            </a:r>
            <a:endParaRPr lang="en-US" sz="2200" dirty="0"/>
          </a:p>
        </p:txBody>
      </p:sp>
      <p:pic>
        <p:nvPicPr>
          <p:cNvPr id="3" name="Image 0" descr="/mnt/data/fig_C_waveform_to_bc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図D：モデル種別ごとの注入位置（実装ガイド）</a:t>
            </a:r>
            <a:endParaRPr lang="en-US" sz="2200" dirty="0"/>
          </a:p>
        </p:txBody>
      </p:sp>
      <p:pic>
        <p:nvPicPr>
          <p:cNvPr id="3" name="Image 0" descr="/mnt/data/fig_D_injection_patter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図E：品質ゲートとフォールバック（運用説明用）</a:t>
            </a:r>
            <a:endParaRPr lang="en-US" sz="2200" dirty="0"/>
          </a:p>
        </p:txBody>
      </p:sp>
      <p:pic>
        <p:nvPicPr>
          <p:cNvPr id="3" name="Image 0" descr="/mnt/data/fig_E_quality_and_fallb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図F：チャンバーのどこに着目？（境界面に注目）</a:t>
            </a:r>
            <a:endParaRPr lang="en-US" sz="2200" dirty="0"/>
          </a:p>
        </p:txBody>
      </p:sp>
      <p:pic>
        <p:nvPicPr>
          <p:cNvPr id="3" name="Image 0" descr="/mnt/data/fig_focus_1_chamber_bounda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図G：プラズマのどこに着目？（RFシースとイオン加速）</a:t>
            </a:r>
            <a:endParaRPr lang="en-US" sz="2200" dirty="0"/>
          </a:p>
        </p:txBody>
      </p:sp>
      <p:pic>
        <p:nvPicPr>
          <p:cNvPr id="3" name="Image 0" descr="/mnt/data/fig_focus_2_sheath_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図H：境界影響の非局所伝播イメージ（ψg(x)）</a:t>
            </a:r>
            <a:endParaRPr lang="en-US" sz="2200" dirty="0"/>
          </a:p>
        </p:txBody>
      </p:sp>
      <p:pic>
        <p:nvPicPr>
          <p:cNvPr id="3" name="Image 0" descr="/mnt/data/fig_focus_3_nonlocal_influe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図I：材料（誘電体ε）を反映する拡張（κ=εの概念）</a:t>
            </a:r>
            <a:endParaRPr lang="en-US" sz="2200" dirty="0"/>
          </a:p>
        </p:txBody>
      </p:sp>
      <p:pic>
        <p:nvPicPr>
          <p:cNvPr id="3" name="Image 0" descr="/mnt/data/fig_focus_4_material_epsil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図J：位相・波形で bc_field が変わる（時刻条件付き入力）</a:t>
            </a:r>
            <a:endParaRPr lang="en-US" sz="2200" dirty="0"/>
          </a:p>
        </p:txBody>
      </p:sp>
      <p:pic>
        <p:nvPicPr>
          <p:cNvPr id="3" name="Image 0" descr="/mnt/data/fig_focus_5_phase_bc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図K：チャンバー着目点（境界グループ×材料×形状）</a:t>
            </a:r>
            <a:endParaRPr lang="en-US" sz="2200" dirty="0"/>
          </a:p>
        </p:txBody>
      </p:sp>
      <p:pic>
        <p:nvPicPr>
          <p:cNvPr id="3" name="Image 0" descr="/mnt/data/fig1_chamber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図L：プラズマ着目点（RFシース→φ/E→IED/IAD）</a:t>
            </a:r>
            <a:endParaRPr lang="en-US" sz="2200" dirty="0"/>
          </a:p>
        </p:txBody>
      </p:sp>
      <p:pic>
        <p:nvPicPr>
          <p:cNvPr id="3" name="Image 0" descr="/mnt/data/fig2_plasma_focu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図M：bc_basis（ψg）= 境界影響の基底地図（前計算）</a:t>
            </a:r>
            <a:endParaRPr lang="en-US" sz="2200" dirty="0"/>
          </a:p>
        </p:txBody>
      </p:sp>
      <p:pic>
        <p:nvPicPr>
          <p:cNvPr id="3" name="Image 0" descr="/mnt/data/fig3_bcbasis_concep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図N：位相・波形注入（Vg(θ)→ΣVgψg→bc_field）</a:t>
            </a:r>
            <a:endParaRPr lang="en-US" sz="2200" dirty="0"/>
          </a:p>
        </p:txBody>
      </p:sp>
      <p:pic>
        <p:nvPicPr>
          <p:cNvPr id="3" name="Image 0" descr="/mnt/data/fig4_phase_wave_inje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113687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22222"/>
                </a:solidFill>
              </a:rPr>
              <a:t>図O：geometryが変わるとψgも変わる（hashで管理）</a:t>
            </a:r>
            <a:endParaRPr lang="en-US" sz="2200" dirty="0"/>
          </a:p>
        </p:txBody>
      </p:sp>
      <p:pic>
        <p:nvPicPr>
          <p:cNvPr id="3" name="Image 0" descr="/mnt/data/fig5_geometry_sensitiv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3085" y="822960"/>
            <a:ext cx="10085525" cy="58064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11480" y="6629400"/>
            <a:ext cx="1136873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注：図はPNG画像として埋め込み（移動・拡大縮小・トリミング可）。図中テキスト自体の編集が必要な場合は、図形/テキストで再作図できます。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Generated by ChatGPT</dc:creator>
  <cp:lastModifiedBy>Generated by ChatGPT</cp:lastModifiedBy>
  <cp:revision>1</cp:revision>
  <dcterms:created xsi:type="dcterms:W3CDTF">2026-03-03T06:52:04Z</dcterms:created>
  <dcterms:modified xsi:type="dcterms:W3CDTF">2026-03-03T06:52:04Z</dcterms:modified>
</cp:coreProperties>
</file>